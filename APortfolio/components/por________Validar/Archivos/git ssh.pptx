
<file path=[Content_Types].xml><?xml version="1.0" encoding="utf-8"?>
<Types xmlns="http://schemas.openxmlformats.org/package/2006/content-types">
  <Default Extension="jpeg" ContentType="image/jpe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3"/>
  </p:handoutMasterIdLst>
  <p:sldIdLst>
    <p:sldId id="308" r:id="rId3"/>
    <p:sldId id="290" r:id="rId4"/>
    <p:sldId id="300" r:id="rId6"/>
    <p:sldId id="260" r:id="rId7"/>
    <p:sldId id="340" r:id="rId8"/>
    <p:sldId id="341" r:id="rId9"/>
    <p:sldId id="261" r:id="rId10"/>
    <p:sldId id="301" r:id="rId11"/>
    <p:sldId id="342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BDD7"/>
    <a:srgbClr val="846D4A"/>
    <a:srgbClr val="E9873E"/>
    <a:srgbClr val="EB615E"/>
    <a:srgbClr val="C9B032"/>
    <a:srgbClr val="F8E7B4"/>
    <a:srgbClr val="593C2C"/>
    <a:srgbClr val="84C0C0"/>
    <a:srgbClr val="583C2B"/>
    <a:srgbClr val="624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79" autoAdjust="0"/>
    <p:restoredTop sz="94660"/>
  </p:normalViewPr>
  <p:slideViewPr>
    <p:cSldViewPr snapToGrid="0">
      <p:cViewPr varScale="1">
        <p:scale>
          <a:sx n="63" d="100"/>
          <a:sy n="63" d="100"/>
        </p:scale>
        <p:origin x="7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2FEEC-03E1-4EEE-82B1-DDD7433C9A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z="1200" smtClean="0">
                <a:sym typeface="+mn-ea"/>
              </a:rPr>
              <a:t>Click to edit Master text style</a:t>
            </a:r>
            <a:endParaRPr lang="zh-CN" altLang="en-US" sz="1200" smtClean="0"/>
          </a:p>
          <a:p>
            <a:pPr lvl="1"/>
            <a:r>
              <a:rPr lang="zh-CN" altLang="en-US" sz="1200" smtClean="0">
                <a:sym typeface="+mn-ea"/>
              </a:rPr>
              <a:t>Second level</a:t>
            </a:r>
            <a:endParaRPr lang="zh-CN" altLang="en-US" sz="1200" smtClean="0"/>
          </a:p>
          <a:p>
            <a:pPr lvl="2"/>
            <a:r>
              <a:rPr lang="zh-CN" altLang="en-US" sz="1200" smtClean="0">
                <a:sym typeface="+mn-ea"/>
              </a:rPr>
              <a:t>Third level</a:t>
            </a:r>
            <a:endParaRPr lang="zh-CN" altLang="en-US" sz="1200" smtClean="0"/>
          </a:p>
          <a:p>
            <a:pPr lvl="3"/>
            <a:r>
              <a:rPr lang="zh-CN" altLang="en-US" sz="1200" smtClean="0">
                <a:sym typeface="+mn-ea"/>
              </a:rPr>
              <a:t>Fourth level</a:t>
            </a:r>
            <a:endParaRPr lang="zh-CN" altLang="en-US" sz="1200" smtClean="0"/>
          </a:p>
          <a:p>
            <a:pPr lvl="4"/>
            <a:r>
              <a:rPr lang="zh-CN" altLang="en-US" sz="1200" smtClean="0">
                <a:sym typeface="+mn-ea"/>
              </a:rPr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EC091-CB42-45A2-8B6E-300123757A7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1EC091-CB42-45A2-8B6E-300123757A7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1" y="112236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8165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130" indent="0" algn="ctr">
              <a:buNone/>
              <a:defRPr sz="1600"/>
            </a:lvl8pPr>
            <a:lvl9pPr marL="3656330" indent="0" algn="ctr">
              <a:buNone/>
              <a:defRPr sz="1600"/>
            </a:lvl9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759DB-D9B5-4A72-B5A6-F0721E124B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DDDFD-2182-4B87-B6D2-75699B57D74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3765"/>
            <a:fld id="{EED759DB-D9B5-4A72-B5A6-F0721E124B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3765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3765"/>
            <a:fld id="{72CDDDFD-2182-4B87-B6D2-75699B57D74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3765"/>
            <a:fld id="{EED759DB-D9B5-4A72-B5A6-F0721E124B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3765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3765"/>
            <a:fld id="{72CDDDFD-2182-4B87-B6D2-75699B57D74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3765"/>
            <a:fld id="{EED759DB-D9B5-4A72-B5A6-F0721E124B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3765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3765"/>
            <a:fld id="{72CDDDFD-2182-4B87-B6D2-75699B57D74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3765"/>
            <a:fld id="{EED759DB-D9B5-4A72-B5A6-F0721E124B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3765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3765"/>
            <a:fld id="{72CDDDFD-2182-4B87-B6D2-75699B57D74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3765"/>
            <a:fld id="{EED759DB-D9B5-4A72-B5A6-F0721E124B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3765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3765"/>
            <a:fld id="{72CDDDFD-2182-4B87-B6D2-75699B57D74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3765"/>
            <a:fld id="{EED759DB-D9B5-4A72-B5A6-F0721E124B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3765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3765"/>
            <a:fld id="{72CDDDFD-2182-4B87-B6D2-75699B57D74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3765"/>
            <a:fld id="{EED759DB-D9B5-4A72-B5A6-F0721E124B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3765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3765"/>
            <a:fld id="{72CDDDFD-2182-4B87-B6D2-75699B57D74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microsoft.com/office/2007/relationships/hdphoto" Target="../media/image2.wdp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alphaModFix amt="8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36000" contrast="-40000"/>
                    </a14:imgEffect>
                    <a14:imgEffect>
                      <a14:colorTemperature colorTemp="11200"/>
                    </a14:imgEffect>
                    <a14:imgEffect>
                      <a14:saturation sat="75000"/>
                    </a14:imgEffect>
                    <a14:imgEffect>
                      <a14:sharpenSoften amount="-20000"/>
                    </a14:imgEffect>
                  </a14:imgLayer>
                </a14:imgProps>
              </a:ext>
            </a:extLst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765"/>
            <a:fld id="{EED759DB-D9B5-4A72-B5A6-F0721E124B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1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765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765"/>
            <a:fld id="{72CDDDFD-2182-4B87-B6D2-75699B57D74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microsoft.com/office/2007/relationships/hdphoto" Target="../media/image2.wdp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0000"/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25345" y="3041015"/>
            <a:ext cx="7680325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3765"/>
            <a:r>
              <a:rPr lang="es-MX" altLang="zh-CN" sz="3300" b="1" dirty="0">
                <a:ln w="152400">
                  <a:solidFill>
                    <a:schemeClr val="bg1"/>
                  </a:solidFill>
                </a:ln>
                <a:solidFill>
                  <a:schemeClr val="bg1"/>
                </a:solidFill>
                <a:latin typeface="Bodoni MT Black" panose="02070A03080606020203" pitchFamily="18" charset="0"/>
                <a:ea typeface="Batang" panose="02030600000101010101" pitchFamily="18" charset="-127"/>
              </a:rPr>
              <a:t> G I T  Y  S S H</a:t>
            </a:r>
            <a:endParaRPr lang="es-MX" altLang="zh-CN" sz="3300" b="1" dirty="0">
              <a:ln w="152400">
                <a:solidFill>
                  <a:schemeClr val="bg1"/>
                </a:solidFill>
              </a:ln>
              <a:solidFill>
                <a:schemeClr val="bg1"/>
              </a:solidFill>
              <a:latin typeface="Bodoni MT Black" panose="02070A03080606020203" pitchFamily="18" charset="0"/>
              <a:ea typeface="Batang" panose="02030600000101010101" pitchFamily="18" charset="-127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25064" y="3040702"/>
            <a:ext cx="7680224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3765"/>
            <a:r>
              <a:rPr lang="es-MX" altLang="zh-CN" sz="3300" b="1" dirty="0">
                <a:solidFill>
                  <a:srgbClr val="583C2B"/>
                </a:solidFill>
                <a:latin typeface="Bodoni MT Black" panose="02070A03080606020203" pitchFamily="18" charset="0"/>
                <a:ea typeface="Batang" panose="02030600000101010101" pitchFamily="18" charset="-127"/>
              </a:rPr>
              <a:t> G I T  Y  S S H</a:t>
            </a:r>
            <a:endParaRPr lang="es-MX" altLang="zh-CN" sz="3300" b="1" dirty="0">
              <a:solidFill>
                <a:srgbClr val="583C2B"/>
              </a:solidFill>
              <a:latin typeface="Bodoni MT Black" panose="02070A03080606020203" pitchFamily="18" charset="0"/>
              <a:ea typeface="Batang" panose="02030600000101010101" pitchFamily="18" charset="-127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11525" y="1738904"/>
            <a:ext cx="8708572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913765"/>
            <a:r>
              <a:rPr lang="es-MX" sz="66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Como navegar por</a:t>
            </a:r>
            <a:endParaRPr lang="es-MX" sz="6600" dirty="0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36000" contrast="-40000"/>
                    </a14:imgEffect>
                    <a14:imgEffect>
                      <a14:colorTemperature colorTemp="11200"/>
                    </a14:imgEffect>
                    <a14:imgEffect>
                      <a14:saturation sat="75000"/>
                    </a14:imgEffect>
                    <a14:imgEffect>
                      <a14:sharpenSoften amount="-20000"/>
                    </a14:imgEffect>
                  </a14:imgLayer>
                </a14:imgProps>
              </a:ext>
            </a:extLst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 bwMode="auto">
          <a:xfrm>
            <a:off x="5308872" y="2897487"/>
            <a:ext cx="5033729" cy="747443"/>
            <a:chOff x="3587750" y="1724026"/>
            <a:chExt cx="5035550" cy="747713"/>
          </a:xfrm>
        </p:grpSpPr>
        <p:sp>
          <p:nvSpPr>
            <p:cNvPr id="3" name="圆角矩形 2"/>
            <p:cNvSpPr/>
            <p:nvPr>
              <p:custDataLst>
                <p:tags r:id="rId3"/>
              </p:custDataLst>
            </p:nvPr>
          </p:nvSpPr>
          <p:spPr>
            <a:xfrm flipH="1">
              <a:off x="3587750" y="1724026"/>
              <a:ext cx="5035550" cy="747713"/>
            </a:xfrm>
            <a:custGeom>
              <a:avLst/>
              <a:gdLst/>
              <a:ahLst/>
              <a:cxnLst/>
              <a:rect l="l" t="t" r="r" b="b"/>
              <a:pathLst>
                <a:path w="6120680" h="1296144">
                  <a:moveTo>
                    <a:pt x="4464500" y="0"/>
                  </a:moveTo>
                  <a:lnTo>
                    <a:pt x="5904652" y="0"/>
                  </a:lnTo>
                  <a:cubicBezTo>
                    <a:pt x="6023961" y="0"/>
                    <a:pt x="6120680" y="96719"/>
                    <a:pt x="6120680" y="216028"/>
                  </a:cubicBezTo>
                  <a:lnTo>
                    <a:pt x="6120680" y="1080116"/>
                  </a:lnTo>
                  <a:cubicBezTo>
                    <a:pt x="6120680" y="1199425"/>
                    <a:pt x="6023961" y="1296144"/>
                    <a:pt x="5904652" y="1296144"/>
                  </a:cubicBezTo>
                  <a:lnTo>
                    <a:pt x="4464500" y="1296144"/>
                  </a:lnTo>
                  <a:cubicBezTo>
                    <a:pt x="4345193" y="1296144"/>
                    <a:pt x="4248474" y="1199427"/>
                    <a:pt x="4248473" y="1080120"/>
                  </a:cubicBezTo>
                  <a:lnTo>
                    <a:pt x="0" y="1080120"/>
                  </a:lnTo>
                  <a:lnTo>
                    <a:pt x="0" y="144016"/>
                  </a:lnTo>
                  <a:lnTo>
                    <a:pt x="4261700" y="144016"/>
                  </a:lnTo>
                  <a:cubicBezTo>
                    <a:pt x="4290610" y="59972"/>
                    <a:pt x="4370551" y="0"/>
                    <a:pt x="4464500" y="0"/>
                  </a:cubicBezTo>
                  <a:close/>
                </a:path>
              </a:pathLst>
            </a:custGeom>
            <a:solidFill>
              <a:srgbClr val="593C2C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913765">
                <a:defRPr/>
              </a:pPr>
              <a:endParaRPr lang="en-US" kern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" name="圆角矩形 3"/>
            <p:cNvSpPr/>
            <p:nvPr>
              <p:custDataLst>
                <p:tags r:id="rId4"/>
              </p:custDataLst>
            </p:nvPr>
          </p:nvSpPr>
          <p:spPr>
            <a:xfrm flipH="1">
              <a:off x="3706813" y="1806576"/>
              <a:ext cx="1303337" cy="581025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179935" tIns="0" rIns="0" bIns="0" anchor="ctr"/>
            <a:lstStyle/>
            <a:p>
              <a:pPr defTabSz="913765">
                <a:defRPr/>
              </a:pPr>
              <a:r>
                <a:rPr lang="zh-CN" altLang="en-US" sz="1600" kern="0" dirty="0">
                  <a:ln w="18415" cmpd="sng">
                    <a:noFill/>
                    <a:prstDash val="solid"/>
                  </a:ln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Part 1</a:t>
              </a:r>
              <a:endParaRPr lang="zh-CN" altLang="en-US" sz="1600" kern="0" dirty="0">
                <a:ln w="18415" cmpd="sng">
                  <a:noFill/>
                  <a:prstDash val="solid"/>
                </a:ln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矩形 4"/>
            <p:cNvSpPr/>
            <p:nvPr>
              <p:custDataLst>
                <p:tags r:id="rId5"/>
              </p:custDataLst>
            </p:nvPr>
          </p:nvSpPr>
          <p:spPr>
            <a:xfrm flipH="1">
              <a:off x="4987925" y="1874839"/>
              <a:ext cx="3551238" cy="414337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lIns="0" tIns="0" rIns="647766" bIns="0" anchor="ctr">
              <a:normAutofit fontScale="92500" lnSpcReduction="10000"/>
            </a:bodyPr>
            <a:lstStyle/>
            <a:p>
              <a:pPr algn="ctr" defTabSz="913765">
                <a:lnSpc>
                  <a:spcPct val="130000"/>
                </a:lnSpc>
                <a:defRPr/>
              </a:pPr>
              <a:r>
                <a:rPr lang="es-MX" altLang="en-US" sz="2400" kern="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conecxion ssh</a:t>
              </a:r>
              <a:endParaRPr lang="es-MX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" name="五边形 5"/>
            <p:cNvSpPr/>
            <p:nvPr>
              <p:custDataLst>
                <p:tags r:id="rId6"/>
              </p:custDataLst>
            </p:nvPr>
          </p:nvSpPr>
          <p:spPr>
            <a:xfrm flipH="1">
              <a:off x="4564063" y="1963739"/>
              <a:ext cx="423862" cy="268287"/>
            </a:xfrm>
            <a:custGeom>
              <a:avLst/>
              <a:gdLst/>
              <a:ahLst/>
              <a:cxnLst/>
              <a:rect l="l" t="t" r="r" b="b"/>
              <a:pathLst>
                <a:path w="689637" h="641477">
                  <a:moveTo>
                    <a:pt x="0" y="0"/>
                  </a:moveTo>
                  <a:lnTo>
                    <a:pt x="368899" y="0"/>
                  </a:lnTo>
                  <a:lnTo>
                    <a:pt x="689637" y="320739"/>
                  </a:lnTo>
                  <a:lnTo>
                    <a:pt x="368899" y="641477"/>
                  </a:lnTo>
                  <a:lnTo>
                    <a:pt x="0" y="641477"/>
                  </a:lnTo>
                  <a:close/>
                </a:path>
              </a:pathLst>
            </a:custGeom>
            <a:solidFill>
              <a:srgbClr val="583C2B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3765">
                <a:defRPr/>
              </a:pPr>
              <a:endParaRPr lang="en-US" kern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 bwMode="auto">
          <a:xfrm>
            <a:off x="5308872" y="3767122"/>
            <a:ext cx="5033729" cy="747443"/>
            <a:chOff x="3587750" y="2593976"/>
            <a:chExt cx="5035550" cy="747713"/>
          </a:xfrm>
        </p:grpSpPr>
        <p:sp>
          <p:nvSpPr>
            <p:cNvPr id="8" name="圆角矩形 2"/>
            <p:cNvSpPr/>
            <p:nvPr>
              <p:custDataLst>
                <p:tags r:id="rId7"/>
              </p:custDataLst>
            </p:nvPr>
          </p:nvSpPr>
          <p:spPr>
            <a:xfrm flipH="1">
              <a:off x="3587750" y="2593976"/>
              <a:ext cx="5035550" cy="747713"/>
            </a:xfrm>
            <a:custGeom>
              <a:avLst/>
              <a:gdLst/>
              <a:ahLst/>
              <a:cxnLst/>
              <a:rect l="l" t="t" r="r" b="b"/>
              <a:pathLst>
                <a:path w="6120680" h="1296144">
                  <a:moveTo>
                    <a:pt x="4464500" y="0"/>
                  </a:moveTo>
                  <a:lnTo>
                    <a:pt x="5904652" y="0"/>
                  </a:lnTo>
                  <a:cubicBezTo>
                    <a:pt x="6023961" y="0"/>
                    <a:pt x="6120680" y="96719"/>
                    <a:pt x="6120680" y="216028"/>
                  </a:cubicBezTo>
                  <a:lnTo>
                    <a:pt x="6120680" y="1080116"/>
                  </a:lnTo>
                  <a:cubicBezTo>
                    <a:pt x="6120680" y="1199425"/>
                    <a:pt x="6023961" y="1296144"/>
                    <a:pt x="5904652" y="1296144"/>
                  </a:cubicBezTo>
                  <a:lnTo>
                    <a:pt x="4464500" y="1296144"/>
                  </a:lnTo>
                  <a:cubicBezTo>
                    <a:pt x="4345193" y="1296144"/>
                    <a:pt x="4248474" y="1199427"/>
                    <a:pt x="4248473" y="1080120"/>
                  </a:cubicBezTo>
                  <a:lnTo>
                    <a:pt x="0" y="1080120"/>
                  </a:lnTo>
                  <a:lnTo>
                    <a:pt x="0" y="144016"/>
                  </a:lnTo>
                  <a:lnTo>
                    <a:pt x="4261700" y="144016"/>
                  </a:lnTo>
                  <a:cubicBezTo>
                    <a:pt x="4290610" y="59972"/>
                    <a:pt x="4370551" y="0"/>
                    <a:pt x="4464500" y="0"/>
                  </a:cubicBezTo>
                  <a:close/>
                </a:path>
              </a:pathLst>
            </a:custGeom>
            <a:solidFill>
              <a:srgbClr val="593C2C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913765">
                <a:defRPr/>
              </a:pPr>
              <a:endParaRPr lang="en-US" kern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" name="圆角矩形 8"/>
            <p:cNvSpPr/>
            <p:nvPr>
              <p:custDataLst>
                <p:tags r:id="rId8"/>
              </p:custDataLst>
            </p:nvPr>
          </p:nvSpPr>
          <p:spPr>
            <a:xfrm flipH="1">
              <a:off x="3706813" y="2678114"/>
              <a:ext cx="1303337" cy="581025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179935" tIns="0" rIns="0" bIns="0" anchor="ctr"/>
            <a:lstStyle/>
            <a:p>
              <a:pPr defTabSz="913765">
                <a:defRPr/>
              </a:pPr>
              <a:r>
                <a:rPr lang="zh-CN" altLang="en-US" sz="1600" kern="0" dirty="0">
                  <a:ln w="18415" cmpd="sng">
                    <a:noFill/>
                    <a:prstDash val="solid"/>
                  </a:ln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Part 2</a:t>
              </a:r>
              <a:endParaRPr lang="zh-CN" altLang="en-US" sz="1600" kern="0" dirty="0">
                <a:ln w="18415" cmpd="sng">
                  <a:noFill/>
                  <a:prstDash val="solid"/>
                </a:ln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9"/>
              </p:custDataLst>
            </p:nvPr>
          </p:nvSpPr>
          <p:spPr>
            <a:xfrm flipH="1">
              <a:off x="4987925" y="2744789"/>
              <a:ext cx="3551238" cy="414337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lIns="0" tIns="0" rIns="647766" bIns="0" anchor="ctr">
              <a:normAutofit fontScale="92500" lnSpcReduction="10000"/>
            </a:bodyPr>
            <a:lstStyle/>
            <a:p>
              <a:pPr algn="ctr" defTabSz="913765">
                <a:lnSpc>
                  <a:spcPct val="130000"/>
                </a:lnSpc>
                <a:defRPr/>
              </a:pPr>
              <a:r>
                <a:rPr lang="es-MX" altLang="en-US" sz="2400" kern="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comandos git</a:t>
              </a:r>
              <a:endParaRPr lang="es-MX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" name="五边形 5"/>
            <p:cNvSpPr/>
            <p:nvPr>
              <p:custDataLst>
                <p:tags r:id="rId10"/>
              </p:custDataLst>
            </p:nvPr>
          </p:nvSpPr>
          <p:spPr>
            <a:xfrm flipH="1">
              <a:off x="4564063" y="2833689"/>
              <a:ext cx="423862" cy="268287"/>
            </a:xfrm>
            <a:custGeom>
              <a:avLst/>
              <a:gdLst/>
              <a:ahLst/>
              <a:cxnLst/>
              <a:rect l="l" t="t" r="r" b="b"/>
              <a:pathLst>
                <a:path w="689637" h="641477">
                  <a:moveTo>
                    <a:pt x="0" y="0"/>
                  </a:moveTo>
                  <a:lnTo>
                    <a:pt x="368899" y="0"/>
                  </a:lnTo>
                  <a:lnTo>
                    <a:pt x="689637" y="320739"/>
                  </a:lnTo>
                  <a:lnTo>
                    <a:pt x="368899" y="641477"/>
                  </a:lnTo>
                  <a:lnTo>
                    <a:pt x="0" y="641477"/>
                  </a:lnTo>
                  <a:close/>
                </a:path>
              </a:pathLst>
            </a:custGeom>
            <a:solidFill>
              <a:srgbClr val="583C2B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3765">
                <a:defRPr/>
              </a:pPr>
              <a:endParaRPr lang="en-US" kern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27" name="文本框 26"/>
          <p:cNvSpPr txBox="1"/>
          <p:nvPr>
            <p:custDataLst>
              <p:tags r:id="rId11"/>
            </p:custDataLst>
          </p:nvPr>
        </p:nvSpPr>
        <p:spPr>
          <a:xfrm>
            <a:off x="1177290" y="4274820"/>
            <a:ext cx="2842895" cy="86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3765">
              <a:defRPr/>
            </a:pPr>
            <a:r>
              <a:rPr lang="en-US" altLang="zh-CN" sz="5000" spc="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en-US" altLang="zh-CN" sz="2000" spc="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ONT</a:t>
            </a:r>
            <a:r>
              <a:rPr lang="es-MX" altLang="en-US" sz="2000" spc="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ENIDO</a:t>
            </a:r>
            <a:endParaRPr lang="es-MX" altLang="en-US" sz="2000" spc="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 rot="20185956">
            <a:off x="1676309" y="2139641"/>
            <a:ext cx="1427011" cy="2027069"/>
            <a:chOff x="4883141" y="418420"/>
            <a:chExt cx="512520" cy="728035"/>
          </a:xfrm>
        </p:grpSpPr>
        <p:sp>
          <p:nvSpPr>
            <p:cNvPr id="30" name="AutoShape 12"/>
            <p:cNvSpPr>
              <a:spLocks noChangeAspect="1" noChangeArrowheads="1" noTextEdit="1"/>
            </p:cNvSpPr>
            <p:nvPr/>
          </p:nvSpPr>
          <p:spPr bwMode="auto">
            <a:xfrm rot="2995889">
              <a:off x="4865317" y="518257"/>
              <a:ext cx="548168" cy="512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07" tIns="45703" rIns="91407" bIns="45703" numCol="1" anchor="t" anchorCtr="0" compatLnSpc="1"/>
            <a:lstStyle/>
            <a:p>
              <a:pPr defTabSz="913765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2" name="Freeform 15"/>
            <p:cNvSpPr/>
            <p:nvPr/>
          </p:nvSpPr>
          <p:spPr bwMode="auto">
            <a:xfrm rot="2995889">
              <a:off x="5081118" y="417243"/>
              <a:ext cx="141246" cy="143600"/>
            </a:xfrm>
            <a:custGeom>
              <a:avLst/>
              <a:gdLst>
                <a:gd name="T0" fmla="*/ 29 w 177"/>
                <a:gd name="T1" fmla="*/ 38 h 180"/>
                <a:gd name="T2" fmla="*/ 142 w 177"/>
                <a:gd name="T3" fmla="*/ 29 h 180"/>
                <a:gd name="T4" fmla="*/ 147 w 177"/>
                <a:gd name="T5" fmla="*/ 143 h 180"/>
                <a:gd name="T6" fmla="*/ 34 w 177"/>
                <a:gd name="T7" fmla="*/ 151 h 180"/>
                <a:gd name="T8" fmla="*/ 29 w 177"/>
                <a:gd name="T9" fmla="*/ 3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" h="180">
                  <a:moveTo>
                    <a:pt x="29" y="38"/>
                  </a:moveTo>
                  <a:cubicBezTo>
                    <a:pt x="59" y="4"/>
                    <a:pt x="110" y="0"/>
                    <a:pt x="142" y="29"/>
                  </a:cubicBezTo>
                  <a:cubicBezTo>
                    <a:pt x="175" y="58"/>
                    <a:pt x="177" y="109"/>
                    <a:pt x="147" y="143"/>
                  </a:cubicBezTo>
                  <a:cubicBezTo>
                    <a:pt x="117" y="176"/>
                    <a:pt x="67" y="180"/>
                    <a:pt x="34" y="151"/>
                  </a:cubicBezTo>
                  <a:cubicBezTo>
                    <a:pt x="2" y="122"/>
                    <a:pt x="0" y="71"/>
                    <a:pt x="29" y="3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pPr defTabSz="913765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3" name="Freeform 16"/>
            <p:cNvSpPr/>
            <p:nvPr/>
          </p:nvSpPr>
          <p:spPr bwMode="auto">
            <a:xfrm rot="2995889">
              <a:off x="5109210" y="445442"/>
              <a:ext cx="84411" cy="86429"/>
            </a:xfrm>
            <a:custGeom>
              <a:avLst/>
              <a:gdLst>
                <a:gd name="T0" fmla="*/ 19 w 106"/>
                <a:gd name="T1" fmla="*/ 23 h 108"/>
                <a:gd name="T2" fmla="*/ 86 w 106"/>
                <a:gd name="T3" fmla="*/ 17 h 108"/>
                <a:gd name="T4" fmla="*/ 88 w 106"/>
                <a:gd name="T5" fmla="*/ 85 h 108"/>
                <a:gd name="T6" fmla="*/ 21 w 106"/>
                <a:gd name="T7" fmla="*/ 91 h 108"/>
                <a:gd name="T8" fmla="*/ 19 w 106"/>
                <a:gd name="T9" fmla="*/ 2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08">
                  <a:moveTo>
                    <a:pt x="19" y="23"/>
                  </a:moveTo>
                  <a:cubicBezTo>
                    <a:pt x="37" y="3"/>
                    <a:pt x="67" y="0"/>
                    <a:pt x="86" y="17"/>
                  </a:cubicBezTo>
                  <a:cubicBezTo>
                    <a:pt x="106" y="34"/>
                    <a:pt x="106" y="65"/>
                    <a:pt x="88" y="85"/>
                  </a:cubicBezTo>
                  <a:cubicBezTo>
                    <a:pt x="70" y="105"/>
                    <a:pt x="40" y="108"/>
                    <a:pt x="21" y="91"/>
                  </a:cubicBezTo>
                  <a:cubicBezTo>
                    <a:pt x="1" y="74"/>
                    <a:pt x="0" y="43"/>
                    <a:pt x="19" y="23"/>
                  </a:cubicBezTo>
                  <a:close/>
                </a:path>
              </a:pathLst>
            </a:custGeom>
            <a:solidFill>
              <a:srgbClr val="846D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07" tIns="45703" rIns="91407" bIns="45703" numCol="1" anchor="t" anchorCtr="0" compatLnSpc="1"/>
            <a:lstStyle/>
            <a:p>
              <a:pPr defTabSz="913765"/>
              <a:endParaRPr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4894041" y="563670"/>
              <a:ext cx="486636" cy="582785"/>
              <a:chOff x="4894041" y="563670"/>
              <a:chExt cx="486636" cy="582785"/>
            </a:xfrm>
            <a:solidFill>
              <a:srgbClr val="FFC000"/>
            </a:solidFill>
          </p:grpSpPr>
          <p:sp>
            <p:nvSpPr>
              <p:cNvPr id="31" name="Freeform 14"/>
              <p:cNvSpPr/>
              <p:nvPr/>
            </p:nvSpPr>
            <p:spPr bwMode="auto">
              <a:xfrm rot="2995889">
                <a:off x="4999041" y="579729"/>
                <a:ext cx="299306" cy="273748"/>
              </a:xfrm>
              <a:custGeom>
                <a:avLst/>
                <a:gdLst>
                  <a:gd name="T0" fmla="*/ 0 w 890"/>
                  <a:gd name="T1" fmla="*/ 107 h 814"/>
                  <a:gd name="T2" fmla="*/ 93 w 890"/>
                  <a:gd name="T3" fmla="*/ 0 h 814"/>
                  <a:gd name="T4" fmla="*/ 890 w 890"/>
                  <a:gd name="T5" fmla="*/ 710 h 814"/>
                  <a:gd name="T6" fmla="*/ 795 w 890"/>
                  <a:gd name="T7" fmla="*/ 814 h 814"/>
                  <a:gd name="T8" fmla="*/ 0 w 890"/>
                  <a:gd name="T9" fmla="*/ 107 h 8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0" h="814">
                    <a:moveTo>
                      <a:pt x="0" y="107"/>
                    </a:moveTo>
                    <a:lnTo>
                      <a:pt x="93" y="0"/>
                    </a:lnTo>
                    <a:lnTo>
                      <a:pt x="890" y="710"/>
                    </a:lnTo>
                    <a:lnTo>
                      <a:pt x="795" y="814"/>
                    </a:lnTo>
                    <a:lnTo>
                      <a:pt x="0" y="10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pPr defTabSz="913765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Freeform 17"/>
              <p:cNvSpPr/>
              <p:nvPr/>
            </p:nvSpPr>
            <p:spPr bwMode="auto">
              <a:xfrm rot="2995889">
                <a:off x="5076177" y="556103"/>
                <a:ext cx="150998" cy="166132"/>
              </a:xfrm>
              <a:custGeom>
                <a:avLst/>
                <a:gdLst>
                  <a:gd name="T0" fmla="*/ 0 w 449"/>
                  <a:gd name="T1" fmla="*/ 446 h 494"/>
                  <a:gd name="T2" fmla="*/ 394 w 449"/>
                  <a:gd name="T3" fmla="*/ 0 h 494"/>
                  <a:gd name="T4" fmla="*/ 449 w 449"/>
                  <a:gd name="T5" fmla="*/ 50 h 494"/>
                  <a:gd name="T6" fmla="*/ 55 w 449"/>
                  <a:gd name="T7" fmla="*/ 494 h 494"/>
                  <a:gd name="T8" fmla="*/ 0 w 449"/>
                  <a:gd name="T9" fmla="*/ 446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9" h="494">
                    <a:moveTo>
                      <a:pt x="0" y="446"/>
                    </a:moveTo>
                    <a:lnTo>
                      <a:pt x="394" y="0"/>
                    </a:lnTo>
                    <a:lnTo>
                      <a:pt x="449" y="50"/>
                    </a:lnTo>
                    <a:lnTo>
                      <a:pt x="55" y="494"/>
                    </a:lnTo>
                    <a:lnTo>
                      <a:pt x="0" y="44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pPr defTabSz="913765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Freeform 18"/>
              <p:cNvSpPr/>
              <p:nvPr/>
            </p:nvSpPr>
            <p:spPr bwMode="auto">
              <a:xfrm rot="2995889">
                <a:off x="4956952" y="764924"/>
                <a:ext cx="374301" cy="388762"/>
              </a:xfrm>
              <a:custGeom>
                <a:avLst/>
                <a:gdLst>
                  <a:gd name="T0" fmla="*/ 347 w 469"/>
                  <a:gd name="T1" fmla="*/ 346 h 487"/>
                  <a:gd name="T2" fmla="*/ 0 w 469"/>
                  <a:gd name="T3" fmla="*/ 380 h 487"/>
                  <a:gd name="T4" fmla="*/ 35 w 469"/>
                  <a:gd name="T5" fmla="*/ 340 h 487"/>
                  <a:gd name="T6" fmla="*/ 149 w 469"/>
                  <a:gd name="T7" fmla="*/ 212 h 487"/>
                  <a:gd name="T8" fmla="*/ 189 w 469"/>
                  <a:gd name="T9" fmla="*/ 168 h 487"/>
                  <a:gd name="T10" fmla="*/ 303 w 469"/>
                  <a:gd name="T11" fmla="*/ 40 h 487"/>
                  <a:gd name="T12" fmla="*/ 338 w 469"/>
                  <a:gd name="T13" fmla="*/ 0 h 487"/>
                  <a:gd name="T14" fmla="*/ 345 w 469"/>
                  <a:gd name="T15" fmla="*/ 348 h 4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9" h="487">
                    <a:moveTo>
                      <a:pt x="347" y="346"/>
                    </a:moveTo>
                    <a:cubicBezTo>
                      <a:pt x="207" y="487"/>
                      <a:pt x="0" y="380"/>
                      <a:pt x="0" y="380"/>
                    </a:cubicBezTo>
                    <a:cubicBezTo>
                      <a:pt x="35" y="340"/>
                      <a:pt x="35" y="340"/>
                      <a:pt x="35" y="340"/>
                    </a:cubicBezTo>
                    <a:cubicBezTo>
                      <a:pt x="315" y="345"/>
                      <a:pt x="149" y="212"/>
                      <a:pt x="149" y="212"/>
                    </a:cubicBezTo>
                    <a:cubicBezTo>
                      <a:pt x="189" y="168"/>
                      <a:pt x="189" y="168"/>
                      <a:pt x="189" y="168"/>
                    </a:cubicBezTo>
                    <a:cubicBezTo>
                      <a:pt x="189" y="168"/>
                      <a:pt x="340" y="317"/>
                      <a:pt x="303" y="40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38" y="0"/>
                      <a:pt x="469" y="193"/>
                      <a:pt x="345" y="348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pPr defTabSz="913765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Freeform 19"/>
              <p:cNvSpPr/>
              <p:nvPr/>
            </p:nvSpPr>
            <p:spPr bwMode="auto">
              <a:xfrm rot="2995889">
                <a:off x="4904802" y="778074"/>
                <a:ext cx="109297" cy="130820"/>
              </a:xfrm>
              <a:custGeom>
                <a:avLst/>
                <a:gdLst>
                  <a:gd name="T0" fmla="*/ 68 w 137"/>
                  <a:gd name="T1" fmla="*/ 164 h 164"/>
                  <a:gd name="T2" fmla="*/ 12 w 137"/>
                  <a:gd name="T3" fmla="*/ 0 h 164"/>
                  <a:gd name="T4" fmla="*/ 137 w 137"/>
                  <a:gd name="T5" fmla="*/ 64 h 164"/>
                  <a:gd name="T6" fmla="*/ 68 w 137"/>
                  <a:gd name="T7" fmla="*/ 16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7" h="164">
                    <a:moveTo>
                      <a:pt x="68" y="164"/>
                    </a:moveTo>
                    <a:cubicBezTo>
                      <a:pt x="68" y="164"/>
                      <a:pt x="0" y="107"/>
                      <a:pt x="12" y="0"/>
                    </a:cubicBezTo>
                    <a:cubicBezTo>
                      <a:pt x="12" y="0"/>
                      <a:pt x="70" y="93"/>
                      <a:pt x="137" y="64"/>
                    </a:cubicBezTo>
                    <a:cubicBezTo>
                      <a:pt x="137" y="64"/>
                      <a:pt x="125" y="138"/>
                      <a:pt x="68" y="16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pPr defTabSz="913765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Freeform 20"/>
              <p:cNvSpPr/>
              <p:nvPr/>
            </p:nvSpPr>
            <p:spPr bwMode="auto">
              <a:xfrm rot="2995889">
                <a:off x="5256414" y="794651"/>
                <a:ext cx="135865" cy="112660"/>
              </a:xfrm>
              <a:custGeom>
                <a:avLst/>
                <a:gdLst>
                  <a:gd name="T0" fmla="*/ 170 w 170"/>
                  <a:gd name="T1" fmla="*/ 61 h 141"/>
                  <a:gd name="T2" fmla="*/ 0 w 170"/>
                  <a:gd name="T3" fmla="*/ 24 h 141"/>
                  <a:gd name="T4" fmla="*/ 79 w 170"/>
                  <a:gd name="T5" fmla="*/ 141 h 141"/>
                  <a:gd name="T6" fmla="*/ 170 w 170"/>
                  <a:gd name="T7" fmla="*/ 61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0" h="141">
                    <a:moveTo>
                      <a:pt x="170" y="61"/>
                    </a:moveTo>
                    <a:cubicBezTo>
                      <a:pt x="170" y="61"/>
                      <a:pt x="105" y="0"/>
                      <a:pt x="0" y="24"/>
                    </a:cubicBezTo>
                    <a:cubicBezTo>
                      <a:pt x="0" y="24"/>
                      <a:pt x="100" y="71"/>
                      <a:pt x="79" y="141"/>
                    </a:cubicBezTo>
                    <a:cubicBezTo>
                      <a:pt x="79" y="141"/>
                      <a:pt x="151" y="120"/>
                      <a:pt x="170" y="6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pPr defTabSz="913765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 66"/>
          <p:cNvSpPr/>
          <p:nvPr/>
        </p:nvSpPr>
        <p:spPr>
          <a:xfrm>
            <a:off x="0" y="4321673"/>
            <a:ext cx="12188825" cy="1735089"/>
          </a:xfrm>
          <a:prstGeom prst="rect">
            <a:avLst/>
          </a:prstGeom>
          <a:solidFill>
            <a:schemeClr val="bg1">
              <a:lumMod val="65000"/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51" name="Group 4"/>
          <p:cNvGrpSpPr>
            <a:grpSpLocks noChangeAspect="1"/>
          </p:cNvGrpSpPr>
          <p:nvPr/>
        </p:nvGrpSpPr>
        <p:grpSpPr bwMode="auto">
          <a:xfrm>
            <a:off x="1236654" y="2183924"/>
            <a:ext cx="2539491" cy="4059963"/>
            <a:chOff x="1634" y="-1476"/>
            <a:chExt cx="4730" cy="7562"/>
          </a:xfrm>
        </p:grpSpPr>
        <p:sp>
          <p:nvSpPr>
            <p:cNvPr id="52" name="AutoShape 3"/>
            <p:cNvSpPr>
              <a:spLocks noChangeAspect="1" noChangeArrowheads="1" noTextEdit="1"/>
            </p:cNvSpPr>
            <p:nvPr/>
          </p:nvSpPr>
          <p:spPr bwMode="auto">
            <a:xfrm>
              <a:off x="1721" y="-1426"/>
              <a:ext cx="4238" cy="7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5"/>
            <p:cNvSpPr/>
            <p:nvPr/>
          </p:nvSpPr>
          <p:spPr bwMode="auto">
            <a:xfrm>
              <a:off x="2071" y="-1104"/>
              <a:ext cx="4293" cy="6517"/>
            </a:xfrm>
            <a:custGeom>
              <a:avLst/>
              <a:gdLst>
                <a:gd name="T0" fmla="*/ 0 w 1814"/>
                <a:gd name="T1" fmla="*/ 0 h 2756"/>
                <a:gd name="T2" fmla="*/ 514 w 1814"/>
                <a:gd name="T3" fmla="*/ 2756 h 2756"/>
                <a:gd name="T4" fmla="*/ 1585 w 1814"/>
                <a:gd name="T5" fmla="*/ 2301 h 2756"/>
                <a:gd name="T6" fmla="*/ 1640 w 1814"/>
                <a:gd name="T7" fmla="*/ 2171 h 2756"/>
                <a:gd name="T8" fmla="*/ 0 w 1814"/>
                <a:gd name="T9" fmla="*/ 0 h 2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14" h="2756">
                  <a:moveTo>
                    <a:pt x="0" y="0"/>
                  </a:moveTo>
                  <a:cubicBezTo>
                    <a:pt x="0" y="0"/>
                    <a:pt x="774" y="1556"/>
                    <a:pt x="514" y="2756"/>
                  </a:cubicBezTo>
                  <a:cubicBezTo>
                    <a:pt x="514" y="2756"/>
                    <a:pt x="1362" y="2726"/>
                    <a:pt x="1585" y="2301"/>
                  </a:cubicBezTo>
                  <a:cubicBezTo>
                    <a:pt x="1585" y="2301"/>
                    <a:pt x="1616" y="2254"/>
                    <a:pt x="1640" y="2171"/>
                  </a:cubicBezTo>
                  <a:cubicBezTo>
                    <a:pt x="1640" y="2171"/>
                    <a:pt x="1814" y="1363"/>
                    <a:pt x="0" y="0"/>
                  </a:cubicBezTo>
                  <a:close/>
                </a:path>
              </a:pathLst>
            </a:custGeom>
            <a:solidFill>
              <a:srgbClr val="4EB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6"/>
            <p:cNvSpPr/>
            <p:nvPr/>
          </p:nvSpPr>
          <p:spPr bwMode="auto">
            <a:xfrm>
              <a:off x="1634" y="-1164"/>
              <a:ext cx="1864" cy="5761"/>
            </a:xfrm>
            <a:custGeom>
              <a:avLst/>
              <a:gdLst>
                <a:gd name="T0" fmla="*/ 72 w 788"/>
                <a:gd name="T1" fmla="*/ 0 h 2436"/>
                <a:gd name="T2" fmla="*/ 63 w 788"/>
                <a:gd name="T3" fmla="*/ 418 h 2436"/>
                <a:gd name="T4" fmla="*/ 47 w 788"/>
                <a:gd name="T5" fmla="*/ 620 h 2436"/>
                <a:gd name="T6" fmla="*/ 110 w 788"/>
                <a:gd name="T7" fmla="*/ 920 h 2436"/>
                <a:gd name="T8" fmla="*/ 117 w 788"/>
                <a:gd name="T9" fmla="*/ 1108 h 2436"/>
                <a:gd name="T10" fmla="*/ 156 w 788"/>
                <a:gd name="T11" fmla="*/ 1393 h 2436"/>
                <a:gd name="T12" fmla="*/ 188 w 788"/>
                <a:gd name="T13" fmla="*/ 1686 h 2436"/>
                <a:gd name="T14" fmla="*/ 242 w 788"/>
                <a:gd name="T15" fmla="*/ 2008 h 2436"/>
                <a:gd name="T16" fmla="*/ 297 w 788"/>
                <a:gd name="T17" fmla="*/ 2271 h 2436"/>
                <a:gd name="T18" fmla="*/ 351 w 788"/>
                <a:gd name="T19" fmla="*/ 2436 h 2436"/>
                <a:gd name="T20" fmla="*/ 757 w 788"/>
                <a:gd name="T21" fmla="*/ 2391 h 2436"/>
                <a:gd name="T22" fmla="*/ 696 w 788"/>
                <a:gd name="T23" fmla="*/ 1688 h 2436"/>
                <a:gd name="T24" fmla="*/ 72 w 788"/>
                <a:gd name="T25" fmla="*/ 0 h 2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8" h="2436">
                  <a:moveTo>
                    <a:pt x="72" y="0"/>
                  </a:moveTo>
                  <a:cubicBezTo>
                    <a:pt x="72" y="0"/>
                    <a:pt x="0" y="162"/>
                    <a:pt x="63" y="418"/>
                  </a:cubicBezTo>
                  <a:cubicBezTo>
                    <a:pt x="63" y="418"/>
                    <a:pt x="78" y="523"/>
                    <a:pt x="47" y="620"/>
                  </a:cubicBezTo>
                  <a:cubicBezTo>
                    <a:pt x="47" y="620"/>
                    <a:pt x="8" y="725"/>
                    <a:pt x="110" y="920"/>
                  </a:cubicBezTo>
                  <a:cubicBezTo>
                    <a:pt x="110" y="920"/>
                    <a:pt x="156" y="965"/>
                    <a:pt x="117" y="1108"/>
                  </a:cubicBezTo>
                  <a:cubicBezTo>
                    <a:pt x="117" y="1108"/>
                    <a:pt x="94" y="1251"/>
                    <a:pt x="156" y="1393"/>
                  </a:cubicBezTo>
                  <a:cubicBezTo>
                    <a:pt x="156" y="1393"/>
                    <a:pt x="203" y="1558"/>
                    <a:pt x="188" y="1686"/>
                  </a:cubicBezTo>
                  <a:cubicBezTo>
                    <a:pt x="188" y="1686"/>
                    <a:pt x="188" y="1873"/>
                    <a:pt x="242" y="2008"/>
                  </a:cubicBezTo>
                  <a:cubicBezTo>
                    <a:pt x="242" y="2008"/>
                    <a:pt x="312" y="2151"/>
                    <a:pt x="297" y="2271"/>
                  </a:cubicBezTo>
                  <a:cubicBezTo>
                    <a:pt x="297" y="2271"/>
                    <a:pt x="304" y="2421"/>
                    <a:pt x="351" y="2436"/>
                  </a:cubicBezTo>
                  <a:cubicBezTo>
                    <a:pt x="757" y="2391"/>
                    <a:pt x="757" y="2391"/>
                    <a:pt x="757" y="2391"/>
                  </a:cubicBezTo>
                  <a:cubicBezTo>
                    <a:pt x="757" y="2391"/>
                    <a:pt x="788" y="2046"/>
                    <a:pt x="696" y="1688"/>
                  </a:cubicBezTo>
                  <a:lnTo>
                    <a:pt x="72" y="0"/>
                  </a:lnTo>
                  <a:close/>
                </a:path>
              </a:pathLst>
            </a:custGeom>
            <a:solidFill>
              <a:srgbClr val="FDFA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7"/>
            <p:cNvSpPr/>
            <p:nvPr/>
          </p:nvSpPr>
          <p:spPr bwMode="auto">
            <a:xfrm>
              <a:off x="1726" y="-1476"/>
              <a:ext cx="1588" cy="4370"/>
            </a:xfrm>
            <a:custGeom>
              <a:avLst/>
              <a:gdLst>
                <a:gd name="T0" fmla="*/ 0 w 671"/>
                <a:gd name="T1" fmla="*/ 47 h 1848"/>
                <a:gd name="T2" fmla="*/ 671 w 671"/>
                <a:gd name="T3" fmla="*/ 1848 h 1848"/>
                <a:gd name="T4" fmla="*/ 647 w 671"/>
                <a:gd name="T5" fmla="*/ 1623 h 1848"/>
                <a:gd name="T6" fmla="*/ 32 w 671"/>
                <a:gd name="T7" fmla="*/ 32 h 1848"/>
                <a:gd name="T8" fmla="*/ 0 w 671"/>
                <a:gd name="T9" fmla="*/ 47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1" h="1848">
                  <a:moveTo>
                    <a:pt x="0" y="47"/>
                  </a:moveTo>
                  <a:cubicBezTo>
                    <a:pt x="671" y="1848"/>
                    <a:pt x="671" y="1848"/>
                    <a:pt x="671" y="1848"/>
                  </a:cubicBezTo>
                  <a:cubicBezTo>
                    <a:pt x="671" y="1848"/>
                    <a:pt x="647" y="1645"/>
                    <a:pt x="647" y="1623"/>
                  </a:cubicBezTo>
                  <a:cubicBezTo>
                    <a:pt x="647" y="1600"/>
                    <a:pt x="32" y="32"/>
                    <a:pt x="32" y="32"/>
                  </a:cubicBezTo>
                  <a:cubicBezTo>
                    <a:pt x="32" y="32"/>
                    <a:pt x="8" y="0"/>
                    <a:pt x="0" y="47"/>
                  </a:cubicBezTo>
                  <a:close/>
                </a:path>
              </a:pathLst>
            </a:custGeom>
            <a:solidFill>
              <a:srgbClr val="4EB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8"/>
            <p:cNvSpPr/>
            <p:nvPr/>
          </p:nvSpPr>
          <p:spPr bwMode="auto">
            <a:xfrm>
              <a:off x="1785" y="-1414"/>
              <a:ext cx="305" cy="333"/>
            </a:xfrm>
            <a:custGeom>
              <a:avLst/>
              <a:gdLst>
                <a:gd name="T0" fmla="*/ 126 w 129"/>
                <a:gd name="T1" fmla="*/ 133 h 141"/>
                <a:gd name="T2" fmla="*/ 10 w 129"/>
                <a:gd name="T3" fmla="*/ 3 h 141"/>
                <a:gd name="T4" fmla="*/ 4 w 129"/>
                <a:gd name="T5" fmla="*/ 8 h 141"/>
                <a:gd name="T6" fmla="*/ 120 w 129"/>
                <a:gd name="T7" fmla="*/ 137 h 141"/>
                <a:gd name="T8" fmla="*/ 126 w 129"/>
                <a:gd name="T9" fmla="*/ 133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41">
                  <a:moveTo>
                    <a:pt x="126" y="133"/>
                  </a:moveTo>
                  <a:cubicBezTo>
                    <a:pt x="87" y="89"/>
                    <a:pt x="48" y="46"/>
                    <a:pt x="10" y="3"/>
                  </a:cubicBezTo>
                  <a:cubicBezTo>
                    <a:pt x="6" y="0"/>
                    <a:pt x="0" y="5"/>
                    <a:pt x="4" y="8"/>
                  </a:cubicBezTo>
                  <a:cubicBezTo>
                    <a:pt x="42" y="51"/>
                    <a:pt x="81" y="94"/>
                    <a:pt x="120" y="137"/>
                  </a:cubicBezTo>
                  <a:cubicBezTo>
                    <a:pt x="123" y="141"/>
                    <a:pt x="129" y="136"/>
                    <a:pt x="126" y="133"/>
                  </a:cubicBezTo>
                  <a:close/>
                </a:path>
              </a:pathLst>
            </a:custGeom>
            <a:solidFill>
              <a:srgbClr val="4EB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9"/>
            <p:cNvSpPr/>
            <p:nvPr/>
          </p:nvSpPr>
          <p:spPr bwMode="auto">
            <a:xfrm>
              <a:off x="1910" y="1291"/>
              <a:ext cx="850" cy="307"/>
            </a:xfrm>
            <a:custGeom>
              <a:avLst/>
              <a:gdLst>
                <a:gd name="T0" fmla="*/ 17 w 359"/>
                <a:gd name="T1" fmla="*/ 0 h 130"/>
                <a:gd name="T2" fmla="*/ 359 w 359"/>
                <a:gd name="T3" fmla="*/ 92 h 130"/>
                <a:gd name="T4" fmla="*/ 0 w 359"/>
                <a:gd name="T5" fmla="*/ 70 h 130"/>
                <a:gd name="T6" fmla="*/ 17 w 359"/>
                <a:gd name="T7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9" h="130">
                  <a:moveTo>
                    <a:pt x="17" y="0"/>
                  </a:moveTo>
                  <a:cubicBezTo>
                    <a:pt x="17" y="0"/>
                    <a:pt x="125" y="92"/>
                    <a:pt x="359" y="92"/>
                  </a:cubicBezTo>
                  <a:cubicBezTo>
                    <a:pt x="359" y="92"/>
                    <a:pt x="289" y="130"/>
                    <a:pt x="0" y="70"/>
                  </a:cubicBezTo>
                  <a:cubicBezTo>
                    <a:pt x="0" y="70"/>
                    <a:pt x="8" y="19"/>
                    <a:pt x="17" y="0"/>
                  </a:cubicBezTo>
                  <a:close/>
                </a:path>
              </a:pathLst>
            </a:custGeom>
            <a:solidFill>
              <a:srgbClr val="4EB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10"/>
            <p:cNvSpPr/>
            <p:nvPr/>
          </p:nvSpPr>
          <p:spPr bwMode="auto">
            <a:xfrm>
              <a:off x="2059" y="2362"/>
              <a:ext cx="1143" cy="355"/>
            </a:xfrm>
            <a:custGeom>
              <a:avLst/>
              <a:gdLst>
                <a:gd name="T0" fmla="*/ 483 w 483"/>
                <a:gd name="T1" fmla="*/ 105 h 150"/>
                <a:gd name="T2" fmla="*/ 9 w 483"/>
                <a:gd name="T3" fmla="*/ 67 h 150"/>
                <a:gd name="T4" fmla="*/ 0 w 483"/>
                <a:gd name="T5" fmla="*/ 0 h 150"/>
                <a:gd name="T6" fmla="*/ 483 w 483"/>
                <a:gd name="T7" fmla="*/ 10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3" h="150">
                  <a:moveTo>
                    <a:pt x="483" y="105"/>
                  </a:moveTo>
                  <a:cubicBezTo>
                    <a:pt x="483" y="105"/>
                    <a:pt x="172" y="150"/>
                    <a:pt x="9" y="6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7" y="88"/>
                    <a:pt x="483" y="105"/>
                  </a:cubicBezTo>
                  <a:close/>
                </a:path>
              </a:pathLst>
            </a:custGeom>
            <a:solidFill>
              <a:srgbClr val="4EB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11"/>
            <p:cNvSpPr/>
            <p:nvPr/>
          </p:nvSpPr>
          <p:spPr bwMode="auto">
            <a:xfrm>
              <a:off x="2104" y="3192"/>
              <a:ext cx="1283" cy="617"/>
            </a:xfrm>
            <a:custGeom>
              <a:avLst/>
              <a:gdLst>
                <a:gd name="T0" fmla="*/ 0 w 542"/>
                <a:gd name="T1" fmla="*/ 0 h 261"/>
                <a:gd name="T2" fmla="*/ 542 w 542"/>
                <a:gd name="T3" fmla="*/ 196 h 261"/>
                <a:gd name="T4" fmla="*/ 21 w 542"/>
                <a:gd name="T5" fmla="*/ 88 h 261"/>
                <a:gd name="T6" fmla="*/ 0 w 542"/>
                <a:gd name="T7" fmla="*/ 0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2" h="261">
                  <a:moveTo>
                    <a:pt x="0" y="0"/>
                  </a:moveTo>
                  <a:cubicBezTo>
                    <a:pt x="0" y="0"/>
                    <a:pt x="246" y="256"/>
                    <a:pt x="542" y="196"/>
                  </a:cubicBezTo>
                  <a:cubicBezTo>
                    <a:pt x="542" y="196"/>
                    <a:pt x="286" y="261"/>
                    <a:pt x="21" y="8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EB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12"/>
            <p:cNvSpPr/>
            <p:nvPr/>
          </p:nvSpPr>
          <p:spPr bwMode="auto">
            <a:xfrm>
              <a:off x="1764" y="73"/>
              <a:ext cx="534" cy="213"/>
            </a:xfrm>
            <a:custGeom>
              <a:avLst/>
              <a:gdLst>
                <a:gd name="T0" fmla="*/ 8 w 226"/>
                <a:gd name="T1" fmla="*/ 0 h 90"/>
                <a:gd name="T2" fmla="*/ 226 w 226"/>
                <a:gd name="T3" fmla="*/ 45 h 90"/>
                <a:gd name="T4" fmla="*/ 0 w 226"/>
                <a:gd name="T5" fmla="*/ 37 h 90"/>
                <a:gd name="T6" fmla="*/ 8 w 226"/>
                <a:gd name="T7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6" h="90">
                  <a:moveTo>
                    <a:pt x="8" y="0"/>
                  </a:moveTo>
                  <a:cubicBezTo>
                    <a:pt x="8" y="0"/>
                    <a:pt x="148" y="52"/>
                    <a:pt x="226" y="45"/>
                  </a:cubicBezTo>
                  <a:cubicBezTo>
                    <a:pt x="226" y="45"/>
                    <a:pt x="117" y="90"/>
                    <a:pt x="0" y="37"/>
                  </a:cubicBezTo>
                  <a:lnTo>
                    <a:pt x="8" y="0"/>
                  </a:lnTo>
                  <a:close/>
                </a:path>
              </a:pathLst>
            </a:custGeom>
            <a:solidFill>
              <a:srgbClr val="4EB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13"/>
            <p:cNvSpPr/>
            <p:nvPr/>
          </p:nvSpPr>
          <p:spPr bwMode="auto">
            <a:xfrm>
              <a:off x="2298" y="4793"/>
              <a:ext cx="3505" cy="1293"/>
            </a:xfrm>
            <a:custGeom>
              <a:avLst/>
              <a:gdLst>
                <a:gd name="T0" fmla="*/ 1481 w 1481"/>
                <a:gd name="T1" fmla="*/ 0 h 547"/>
                <a:gd name="T2" fmla="*/ 1084 w 1481"/>
                <a:gd name="T3" fmla="*/ 135 h 547"/>
                <a:gd name="T4" fmla="*/ 436 w 1481"/>
                <a:gd name="T5" fmla="*/ 242 h 547"/>
                <a:gd name="T6" fmla="*/ 436 w 1481"/>
                <a:gd name="T7" fmla="*/ 196 h 547"/>
                <a:gd name="T8" fmla="*/ 16 w 1481"/>
                <a:gd name="T9" fmla="*/ 112 h 547"/>
                <a:gd name="T10" fmla="*/ 94 w 1481"/>
                <a:gd name="T11" fmla="*/ 277 h 547"/>
                <a:gd name="T12" fmla="*/ 1388 w 1481"/>
                <a:gd name="T13" fmla="*/ 300 h 547"/>
                <a:gd name="T14" fmla="*/ 1481 w 1481"/>
                <a:gd name="T15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81" h="547">
                  <a:moveTo>
                    <a:pt x="1481" y="0"/>
                  </a:moveTo>
                  <a:cubicBezTo>
                    <a:pt x="1481" y="0"/>
                    <a:pt x="1325" y="90"/>
                    <a:pt x="1084" y="135"/>
                  </a:cubicBezTo>
                  <a:cubicBezTo>
                    <a:pt x="1084" y="135"/>
                    <a:pt x="585" y="255"/>
                    <a:pt x="436" y="242"/>
                  </a:cubicBezTo>
                  <a:cubicBezTo>
                    <a:pt x="436" y="196"/>
                    <a:pt x="436" y="196"/>
                    <a:pt x="436" y="196"/>
                  </a:cubicBezTo>
                  <a:cubicBezTo>
                    <a:pt x="436" y="196"/>
                    <a:pt x="179" y="262"/>
                    <a:pt x="16" y="112"/>
                  </a:cubicBezTo>
                  <a:cubicBezTo>
                    <a:pt x="16" y="112"/>
                    <a:pt x="0" y="142"/>
                    <a:pt x="94" y="277"/>
                  </a:cubicBezTo>
                  <a:cubicBezTo>
                    <a:pt x="94" y="277"/>
                    <a:pt x="413" y="547"/>
                    <a:pt x="1388" y="300"/>
                  </a:cubicBezTo>
                  <a:cubicBezTo>
                    <a:pt x="1388" y="300"/>
                    <a:pt x="1481" y="37"/>
                    <a:pt x="1481" y="0"/>
                  </a:cubicBezTo>
                  <a:close/>
                </a:path>
              </a:pathLst>
            </a:custGeom>
            <a:solidFill>
              <a:srgbClr val="FDFA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14"/>
            <p:cNvSpPr/>
            <p:nvPr/>
          </p:nvSpPr>
          <p:spPr bwMode="auto">
            <a:xfrm>
              <a:off x="2336" y="4791"/>
              <a:ext cx="1049" cy="636"/>
            </a:xfrm>
            <a:custGeom>
              <a:avLst/>
              <a:gdLst>
                <a:gd name="T0" fmla="*/ 0 w 443"/>
                <a:gd name="T1" fmla="*/ 113 h 269"/>
                <a:gd name="T2" fmla="*/ 184 w 443"/>
                <a:gd name="T3" fmla="*/ 0 h 269"/>
                <a:gd name="T4" fmla="*/ 443 w 443"/>
                <a:gd name="T5" fmla="*/ 16 h 269"/>
                <a:gd name="T6" fmla="*/ 419 w 443"/>
                <a:gd name="T7" fmla="*/ 196 h 269"/>
                <a:gd name="T8" fmla="*/ 0 w 443"/>
                <a:gd name="T9" fmla="*/ 113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269">
                  <a:moveTo>
                    <a:pt x="0" y="113"/>
                  </a:moveTo>
                  <a:cubicBezTo>
                    <a:pt x="0" y="113"/>
                    <a:pt x="28" y="12"/>
                    <a:pt x="184" y="0"/>
                  </a:cubicBezTo>
                  <a:cubicBezTo>
                    <a:pt x="184" y="0"/>
                    <a:pt x="295" y="1"/>
                    <a:pt x="443" y="16"/>
                  </a:cubicBezTo>
                  <a:cubicBezTo>
                    <a:pt x="419" y="196"/>
                    <a:pt x="419" y="196"/>
                    <a:pt x="419" y="196"/>
                  </a:cubicBezTo>
                  <a:cubicBezTo>
                    <a:pt x="419" y="196"/>
                    <a:pt x="159" y="269"/>
                    <a:pt x="0" y="113"/>
                  </a:cubicBez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15"/>
            <p:cNvSpPr/>
            <p:nvPr/>
          </p:nvSpPr>
          <p:spPr bwMode="auto">
            <a:xfrm>
              <a:off x="4724" y="4722"/>
              <a:ext cx="1079" cy="421"/>
            </a:xfrm>
            <a:custGeom>
              <a:avLst/>
              <a:gdLst>
                <a:gd name="T0" fmla="*/ 332 w 456"/>
                <a:gd name="T1" fmla="*/ 0 h 178"/>
                <a:gd name="T2" fmla="*/ 456 w 456"/>
                <a:gd name="T3" fmla="*/ 30 h 178"/>
                <a:gd name="T4" fmla="*/ 0 w 456"/>
                <a:gd name="T5" fmla="*/ 178 h 178"/>
                <a:gd name="T6" fmla="*/ 332 w 456"/>
                <a:gd name="T7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6" h="178">
                  <a:moveTo>
                    <a:pt x="332" y="0"/>
                  </a:moveTo>
                  <a:cubicBezTo>
                    <a:pt x="332" y="0"/>
                    <a:pt x="425" y="15"/>
                    <a:pt x="456" y="30"/>
                  </a:cubicBezTo>
                  <a:cubicBezTo>
                    <a:pt x="456" y="30"/>
                    <a:pt x="295" y="126"/>
                    <a:pt x="0" y="178"/>
                  </a:cubicBezTo>
                  <a:cubicBezTo>
                    <a:pt x="0" y="178"/>
                    <a:pt x="285" y="37"/>
                    <a:pt x="332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68" name="文本框 67"/>
          <p:cNvSpPr txBox="1"/>
          <p:nvPr/>
        </p:nvSpPr>
        <p:spPr>
          <a:xfrm>
            <a:off x="3837337" y="4805187"/>
            <a:ext cx="6014861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altLang="zh-CN" sz="44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Conecxion via ssh</a:t>
            </a:r>
            <a:endParaRPr lang="es-MX" altLang="zh-CN" sz="4400" dirty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3956050" y="4025265"/>
            <a:ext cx="29317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Part </a:t>
            </a:r>
            <a:r>
              <a:rPr lang="en-US" altLang="zh-CN" sz="3600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1</a:t>
            </a:r>
            <a:endParaRPr lang="en-US" altLang="zh-CN" sz="3600" dirty="0" smtClean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cxnSp>
        <p:nvCxnSpPr>
          <p:cNvPr id="82" name="直接连接符 81"/>
          <p:cNvCxnSpPr/>
          <p:nvPr/>
        </p:nvCxnSpPr>
        <p:spPr>
          <a:xfrm>
            <a:off x="0" y="6061524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/>
        </p:nvGrpSpPr>
        <p:grpSpPr>
          <a:xfrm>
            <a:off x="587588" y="307566"/>
            <a:ext cx="4095769" cy="810761"/>
            <a:chOff x="761756" y="307566"/>
            <a:chExt cx="4095769" cy="810761"/>
          </a:xfrm>
        </p:grpSpPr>
        <p:sp>
          <p:nvSpPr>
            <p:cNvPr id="85" name="文本框 84"/>
            <p:cNvSpPr txBox="1"/>
            <p:nvPr/>
          </p:nvSpPr>
          <p:spPr>
            <a:xfrm>
              <a:off x="983106" y="307566"/>
              <a:ext cx="387441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altLang="zh-CN" sz="2800" spc="3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SSH</a:t>
              </a:r>
              <a:endParaRPr lang="es-MX" altLang="zh-CN" sz="2800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grpSp>
          <p:nvGrpSpPr>
            <p:cNvPr id="44" name="Group 4"/>
            <p:cNvGrpSpPr>
              <a:grpSpLocks noChangeAspect="1"/>
            </p:cNvGrpSpPr>
            <p:nvPr/>
          </p:nvGrpSpPr>
          <p:grpSpPr bwMode="auto">
            <a:xfrm>
              <a:off x="761756" y="396875"/>
              <a:ext cx="495754" cy="431732"/>
              <a:chOff x="2632" y="1108"/>
              <a:chExt cx="2416" cy="2104"/>
            </a:xfrm>
            <a:effectLst>
              <a:outerShdw blurRad="50800" dist="38100" dir="13500000" algn="br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grpSpPr>
          <p:sp>
            <p:nvSpPr>
              <p:cNvPr id="45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2632" y="1108"/>
                <a:ext cx="2416" cy="2104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Freeform 5"/>
              <p:cNvSpPr>
                <a:spLocks noEditPoints="1"/>
              </p:cNvSpPr>
              <p:nvPr/>
            </p:nvSpPr>
            <p:spPr bwMode="auto">
              <a:xfrm>
                <a:off x="2968" y="1272"/>
                <a:ext cx="1744" cy="1713"/>
              </a:xfrm>
              <a:custGeom>
                <a:avLst/>
                <a:gdLst>
                  <a:gd name="T0" fmla="*/ 368 w 736"/>
                  <a:gd name="T1" fmla="*/ 0 h 723"/>
                  <a:gd name="T2" fmla="*/ 0 w 736"/>
                  <a:gd name="T3" fmla="*/ 361 h 723"/>
                  <a:gd name="T4" fmla="*/ 368 w 736"/>
                  <a:gd name="T5" fmla="*/ 723 h 723"/>
                  <a:gd name="T6" fmla="*/ 736 w 736"/>
                  <a:gd name="T7" fmla="*/ 361 h 723"/>
                  <a:gd name="T8" fmla="*/ 368 w 736"/>
                  <a:gd name="T9" fmla="*/ 0 h 723"/>
                  <a:gd name="T10" fmla="*/ 368 w 736"/>
                  <a:gd name="T11" fmla="*/ 635 h 723"/>
                  <a:gd name="T12" fmla="*/ 85 w 736"/>
                  <a:gd name="T13" fmla="*/ 360 h 723"/>
                  <a:gd name="T14" fmla="*/ 368 w 736"/>
                  <a:gd name="T15" fmla="*/ 84 h 723"/>
                  <a:gd name="T16" fmla="*/ 651 w 736"/>
                  <a:gd name="T17" fmla="*/ 360 h 723"/>
                  <a:gd name="T18" fmla="*/ 368 w 736"/>
                  <a:gd name="T19" fmla="*/ 635 h 7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36" h="723">
                    <a:moveTo>
                      <a:pt x="368" y="0"/>
                    </a:moveTo>
                    <a:cubicBezTo>
                      <a:pt x="165" y="0"/>
                      <a:pt x="0" y="162"/>
                      <a:pt x="0" y="361"/>
                    </a:cubicBezTo>
                    <a:cubicBezTo>
                      <a:pt x="0" y="561"/>
                      <a:pt x="165" y="723"/>
                      <a:pt x="368" y="723"/>
                    </a:cubicBezTo>
                    <a:cubicBezTo>
                      <a:pt x="571" y="723"/>
                      <a:pt x="736" y="561"/>
                      <a:pt x="736" y="361"/>
                    </a:cubicBezTo>
                    <a:cubicBezTo>
                      <a:pt x="736" y="162"/>
                      <a:pt x="571" y="0"/>
                      <a:pt x="368" y="0"/>
                    </a:cubicBezTo>
                    <a:close/>
                    <a:moveTo>
                      <a:pt x="368" y="635"/>
                    </a:moveTo>
                    <a:cubicBezTo>
                      <a:pt x="212" y="635"/>
                      <a:pt x="85" y="512"/>
                      <a:pt x="85" y="360"/>
                    </a:cubicBezTo>
                    <a:cubicBezTo>
                      <a:pt x="85" y="208"/>
                      <a:pt x="212" y="84"/>
                      <a:pt x="368" y="84"/>
                    </a:cubicBezTo>
                    <a:cubicBezTo>
                      <a:pt x="524" y="84"/>
                      <a:pt x="651" y="208"/>
                      <a:pt x="651" y="360"/>
                    </a:cubicBezTo>
                    <a:cubicBezTo>
                      <a:pt x="651" y="512"/>
                      <a:pt x="524" y="635"/>
                      <a:pt x="368" y="63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Oval 6"/>
              <p:cNvSpPr>
                <a:spLocks noChangeArrowheads="1"/>
              </p:cNvSpPr>
              <p:nvPr/>
            </p:nvSpPr>
            <p:spPr bwMode="auto">
              <a:xfrm>
                <a:off x="3636" y="1914"/>
                <a:ext cx="412" cy="403"/>
              </a:xfrm>
              <a:prstGeom prst="ellipse">
                <a:avLst/>
              </a:prstGeom>
              <a:solidFill>
                <a:srgbClr val="4EBD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Freeform 7"/>
              <p:cNvSpPr/>
              <p:nvPr/>
            </p:nvSpPr>
            <p:spPr bwMode="auto">
              <a:xfrm>
                <a:off x="3248" y="1101"/>
                <a:ext cx="1243" cy="2109"/>
              </a:xfrm>
              <a:custGeom>
                <a:avLst/>
                <a:gdLst>
                  <a:gd name="T0" fmla="*/ 515 w 525"/>
                  <a:gd name="T1" fmla="*/ 849 h 890"/>
                  <a:gd name="T2" fmla="*/ 517 w 525"/>
                  <a:gd name="T3" fmla="*/ 885 h 890"/>
                  <a:gd name="T4" fmla="*/ 486 w 525"/>
                  <a:gd name="T5" fmla="*/ 866 h 890"/>
                  <a:gd name="T6" fmla="*/ 10 w 525"/>
                  <a:gd name="T7" fmla="*/ 40 h 890"/>
                  <a:gd name="T8" fmla="*/ 8 w 525"/>
                  <a:gd name="T9" fmla="*/ 4 h 890"/>
                  <a:gd name="T10" fmla="*/ 39 w 525"/>
                  <a:gd name="T11" fmla="*/ 23 h 890"/>
                  <a:gd name="T12" fmla="*/ 515 w 525"/>
                  <a:gd name="T13" fmla="*/ 849 h 8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5" h="890">
                    <a:moveTo>
                      <a:pt x="515" y="849"/>
                    </a:moveTo>
                    <a:cubicBezTo>
                      <a:pt x="524" y="864"/>
                      <a:pt x="525" y="881"/>
                      <a:pt x="517" y="885"/>
                    </a:cubicBezTo>
                    <a:cubicBezTo>
                      <a:pt x="509" y="890"/>
                      <a:pt x="495" y="881"/>
                      <a:pt x="486" y="866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" y="25"/>
                      <a:pt x="0" y="9"/>
                      <a:pt x="8" y="4"/>
                    </a:cubicBezTo>
                    <a:cubicBezTo>
                      <a:pt x="16" y="0"/>
                      <a:pt x="30" y="8"/>
                      <a:pt x="39" y="23"/>
                    </a:cubicBezTo>
                    <a:lnTo>
                      <a:pt x="515" y="84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Freeform 8"/>
              <p:cNvSpPr/>
              <p:nvPr/>
            </p:nvSpPr>
            <p:spPr bwMode="auto">
              <a:xfrm>
                <a:off x="2634" y="2082"/>
                <a:ext cx="2412" cy="81"/>
              </a:xfrm>
              <a:custGeom>
                <a:avLst/>
                <a:gdLst>
                  <a:gd name="T0" fmla="*/ 986 w 1018"/>
                  <a:gd name="T1" fmla="*/ 0 h 34"/>
                  <a:gd name="T2" fmla="*/ 1018 w 1018"/>
                  <a:gd name="T3" fmla="*/ 17 h 34"/>
                  <a:gd name="T4" fmla="*/ 986 w 1018"/>
                  <a:gd name="T5" fmla="*/ 34 h 34"/>
                  <a:gd name="T6" fmla="*/ 32 w 1018"/>
                  <a:gd name="T7" fmla="*/ 34 h 34"/>
                  <a:gd name="T8" fmla="*/ 0 w 1018"/>
                  <a:gd name="T9" fmla="*/ 17 h 34"/>
                  <a:gd name="T10" fmla="*/ 32 w 1018"/>
                  <a:gd name="T11" fmla="*/ 0 h 34"/>
                  <a:gd name="T12" fmla="*/ 986 w 1018"/>
                  <a:gd name="T1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8" h="34">
                    <a:moveTo>
                      <a:pt x="986" y="0"/>
                    </a:moveTo>
                    <a:cubicBezTo>
                      <a:pt x="1003" y="0"/>
                      <a:pt x="1018" y="8"/>
                      <a:pt x="1018" y="17"/>
                    </a:cubicBezTo>
                    <a:cubicBezTo>
                      <a:pt x="1018" y="26"/>
                      <a:pt x="1003" y="34"/>
                      <a:pt x="986" y="34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15" y="34"/>
                      <a:pt x="0" y="26"/>
                      <a:pt x="0" y="17"/>
                    </a:cubicBezTo>
                    <a:cubicBezTo>
                      <a:pt x="0" y="8"/>
                      <a:pt x="15" y="0"/>
                      <a:pt x="32" y="0"/>
                    </a:cubicBezTo>
                    <a:lnTo>
                      <a:pt x="9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Freeform 9"/>
              <p:cNvSpPr/>
              <p:nvPr/>
            </p:nvSpPr>
            <p:spPr bwMode="auto">
              <a:xfrm>
                <a:off x="3186" y="1108"/>
                <a:ext cx="1244" cy="2109"/>
              </a:xfrm>
              <a:custGeom>
                <a:avLst/>
                <a:gdLst>
                  <a:gd name="T0" fmla="*/ 486 w 525"/>
                  <a:gd name="T1" fmla="*/ 24 h 890"/>
                  <a:gd name="T2" fmla="*/ 517 w 525"/>
                  <a:gd name="T3" fmla="*/ 4 h 890"/>
                  <a:gd name="T4" fmla="*/ 515 w 525"/>
                  <a:gd name="T5" fmla="*/ 40 h 890"/>
                  <a:gd name="T6" fmla="*/ 38 w 525"/>
                  <a:gd name="T7" fmla="*/ 866 h 890"/>
                  <a:gd name="T8" fmla="*/ 8 w 525"/>
                  <a:gd name="T9" fmla="*/ 885 h 890"/>
                  <a:gd name="T10" fmla="*/ 9 w 525"/>
                  <a:gd name="T11" fmla="*/ 849 h 890"/>
                  <a:gd name="T12" fmla="*/ 486 w 525"/>
                  <a:gd name="T13" fmla="*/ 24 h 8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5" h="890">
                    <a:moveTo>
                      <a:pt x="486" y="24"/>
                    </a:moveTo>
                    <a:cubicBezTo>
                      <a:pt x="495" y="8"/>
                      <a:pt x="508" y="0"/>
                      <a:pt x="517" y="4"/>
                    </a:cubicBezTo>
                    <a:cubicBezTo>
                      <a:pt x="525" y="9"/>
                      <a:pt x="524" y="25"/>
                      <a:pt x="515" y="40"/>
                    </a:cubicBezTo>
                    <a:cubicBezTo>
                      <a:pt x="38" y="866"/>
                      <a:pt x="38" y="866"/>
                      <a:pt x="38" y="866"/>
                    </a:cubicBezTo>
                    <a:cubicBezTo>
                      <a:pt x="30" y="881"/>
                      <a:pt x="16" y="890"/>
                      <a:pt x="8" y="885"/>
                    </a:cubicBezTo>
                    <a:cubicBezTo>
                      <a:pt x="0" y="881"/>
                      <a:pt x="0" y="864"/>
                      <a:pt x="9" y="849"/>
                    </a:cubicBezTo>
                    <a:lnTo>
                      <a:pt x="486" y="2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Oval 10"/>
              <p:cNvSpPr>
                <a:spLocks noChangeArrowheads="1"/>
              </p:cNvSpPr>
              <p:nvPr/>
            </p:nvSpPr>
            <p:spPr bwMode="auto">
              <a:xfrm>
                <a:off x="3781" y="2054"/>
                <a:ext cx="123" cy="123"/>
              </a:xfrm>
              <a:prstGeom prst="ellipse">
                <a:avLst/>
              </a:prstGeom>
              <a:solidFill>
                <a:srgbClr val="84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6" name="文本框 85"/>
            <p:cNvSpPr txBox="1"/>
            <p:nvPr/>
          </p:nvSpPr>
          <p:spPr>
            <a:xfrm>
              <a:off x="1207586" y="811622"/>
              <a:ext cx="3425458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altLang="zh-CN" sz="14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CONECXION</a:t>
              </a:r>
              <a:endParaRPr lang="es-MX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7" name="Freeform 15"/>
            <p:cNvSpPr/>
            <p:nvPr/>
          </p:nvSpPr>
          <p:spPr bwMode="auto">
            <a:xfrm>
              <a:off x="1216134" y="815050"/>
              <a:ext cx="3408362" cy="22225"/>
            </a:xfrm>
            <a:custGeom>
              <a:avLst/>
              <a:gdLst>
                <a:gd name="T0" fmla="*/ 0 w 906"/>
                <a:gd name="T1" fmla="*/ 3 h 6"/>
                <a:gd name="T2" fmla="*/ 39 w 906"/>
                <a:gd name="T3" fmla="*/ 2 h 6"/>
                <a:gd name="T4" fmla="*/ 142 w 906"/>
                <a:gd name="T5" fmla="*/ 1 h 6"/>
                <a:gd name="T6" fmla="*/ 287 w 906"/>
                <a:gd name="T7" fmla="*/ 0 h 6"/>
                <a:gd name="T8" fmla="*/ 453 w 906"/>
                <a:gd name="T9" fmla="*/ 0 h 6"/>
                <a:gd name="T10" fmla="*/ 619 w 906"/>
                <a:gd name="T11" fmla="*/ 0 h 6"/>
                <a:gd name="T12" fmla="*/ 764 w 906"/>
                <a:gd name="T13" fmla="*/ 1 h 6"/>
                <a:gd name="T14" fmla="*/ 867 w 906"/>
                <a:gd name="T15" fmla="*/ 2 h 6"/>
                <a:gd name="T16" fmla="*/ 906 w 906"/>
                <a:gd name="T17" fmla="*/ 3 h 6"/>
                <a:gd name="T18" fmla="*/ 867 w 906"/>
                <a:gd name="T19" fmla="*/ 4 h 6"/>
                <a:gd name="T20" fmla="*/ 764 w 906"/>
                <a:gd name="T21" fmla="*/ 5 h 6"/>
                <a:gd name="T22" fmla="*/ 619 w 906"/>
                <a:gd name="T23" fmla="*/ 6 h 6"/>
                <a:gd name="T24" fmla="*/ 453 w 906"/>
                <a:gd name="T25" fmla="*/ 6 h 6"/>
                <a:gd name="T26" fmla="*/ 287 w 906"/>
                <a:gd name="T27" fmla="*/ 6 h 6"/>
                <a:gd name="T28" fmla="*/ 142 w 906"/>
                <a:gd name="T29" fmla="*/ 5 h 6"/>
                <a:gd name="T30" fmla="*/ 39 w 906"/>
                <a:gd name="T31" fmla="*/ 4 h 6"/>
                <a:gd name="T32" fmla="*/ 0 w 906"/>
                <a:gd name="T3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6" h="6">
                  <a:moveTo>
                    <a:pt x="0" y="3"/>
                  </a:moveTo>
                  <a:cubicBezTo>
                    <a:pt x="0" y="3"/>
                    <a:pt x="15" y="3"/>
                    <a:pt x="39" y="2"/>
                  </a:cubicBezTo>
                  <a:cubicBezTo>
                    <a:pt x="64" y="2"/>
                    <a:pt x="100" y="2"/>
                    <a:pt x="142" y="1"/>
                  </a:cubicBezTo>
                  <a:cubicBezTo>
                    <a:pt x="184" y="1"/>
                    <a:pt x="234" y="0"/>
                    <a:pt x="287" y="0"/>
                  </a:cubicBezTo>
                  <a:cubicBezTo>
                    <a:pt x="340" y="0"/>
                    <a:pt x="397" y="0"/>
                    <a:pt x="453" y="0"/>
                  </a:cubicBezTo>
                  <a:cubicBezTo>
                    <a:pt x="510" y="0"/>
                    <a:pt x="566" y="0"/>
                    <a:pt x="619" y="0"/>
                  </a:cubicBezTo>
                  <a:cubicBezTo>
                    <a:pt x="672" y="0"/>
                    <a:pt x="722" y="1"/>
                    <a:pt x="764" y="1"/>
                  </a:cubicBezTo>
                  <a:cubicBezTo>
                    <a:pt x="807" y="1"/>
                    <a:pt x="842" y="2"/>
                    <a:pt x="867" y="2"/>
                  </a:cubicBezTo>
                  <a:cubicBezTo>
                    <a:pt x="892" y="3"/>
                    <a:pt x="906" y="3"/>
                    <a:pt x="906" y="3"/>
                  </a:cubicBezTo>
                  <a:cubicBezTo>
                    <a:pt x="906" y="3"/>
                    <a:pt x="892" y="3"/>
                    <a:pt x="867" y="4"/>
                  </a:cubicBezTo>
                  <a:cubicBezTo>
                    <a:pt x="842" y="4"/>
                    <a:pt x="807" y="4"/>
                    <a:pt x="764" y="5"/>
                  </a:cubicBezTo>
                  <a:cubicBezTo>
                    <a:pt x="722" y="5"/>
                    <a:pt x="672" y="6"/>
                    <a:pt x="619" y="6"/>
                  </a:cubicBezTo>
                  <a:cubicBezTo>
                    <a:pt x="566" y="6"/>
                    <a:pt x="510" y="6"/>
                    <a:pt x="453" y="6"/>
                  </a:cubicBezTo>
                  <a:cubicBezTo>
                    <a:pt x="397" y="6"/>
                    <a:pt x="340" y="6"/>
                    <a:pt x="287" y="6"/>
                  </a:cubicBezTo>
                  <a:cubicBezTo>
                    <a:pt x="234" y="6"/>
                    <a:pt x="184" y="5"/>
                    <a:pt x="142" y="5"/>
                  </a:cubicBezTo>
                  <a:cubicBezTo>
                    <a:pt x="100" y="4"/>
                    <a:pt x="64" y="4"/>
                    <a:pt x="39" y="4"/>
                  </a:cubicBezTo>
                  <a:cubicBezTo>
                    <a:pt x="15" y="3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68" name="文本框 67"/>
          <p:cNvSpPr txBox="1"/>
          <p:nvPr/>
        </p:nvSpPr>
        <p:spPr>
          <a:xfrm>
            <a:off x="3088672" y="1118377"/>
            <a:ext cx="6014861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MX" altLang="zh-CN" sz="44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1.) ssh-keygen.</a:t>
            </a:r>
            <a:endParaRPr lang="es-MX" altLang="zh-CN" sz="4400" dirty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2" name="文本框 67"/>
          <p:cNvSpPr txBox="1"/>
          <p:nvPr/>
        </p:nvSpPr>
        <p:spPr>
          <a:xfrm>
            <a:off x="3227102" y="2067067"/>
            <a:ext cx="6014861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MX" altLang="zh-CN" sz="44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2.) damos enter.</a:t>
            </a:r>
            <a:endParaRPr lang="es-MX" altLang="zh-CN" sz="4400" dirty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6505" y="2835275"/>
            <a:ext cx="7435215" cy="3918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/>
        </p:nvGrpSpPr>
        <p:grpSpPr>
          <a:xfrm>
            <a:off x="587588" y="307566"/>
            <a:ext cx="4095769" cy="810761"/>
            <a:chOff x="761756" y="307566"/>
            <a:chExt cx="4095769" cy="810761"/>
          </a:xfrm>
        </p:grpSpPr>
        <p:sp>
          <p:nvSpPr>
            <p:cNvPr id="85" name="文本框 84"/>
            <p:cNvSpPr txBox="1"/>
            <p:nvPr/>
          </p:nvSpPr>
          <p:spPr>
            <a:xfrm>
              <a:off x="983106" y="307566"/>
              <a:ext cx="387441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altLang="zh-CN" sz="2800" spc="3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SSH</a:t>
              </a:r>
              <a:endParaRPr lang="es-MX" altLang="zh-CN" sz="2800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grpSp>
          <p:nvGrpSpPr>
            <p:cNvPr id="44" name="Group 4"/>
            <p:cNvGrpSpPr>
              <a:grpSpLocks noChangeAspect="1"/>
            </p:cNvGrpSpPr>
            <p:nvPr/>
          </p:nvGrpSpPr>
          <p:grpSpPr bwMode="auto">
            <a:xfrm>
              <a:off x="761756" y="396875"/>
              <a:ext cx="495754" cy="431732"/>
              <a:chOff x="2632" y="1108"/>
              <a:chExt cx="2416" cy="2104"/>
            </a:xfrm>
            <a:effectLst>
              <a:outerShdw blurRad="50800" dist="38100" dir="13500000" algn="br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grpSpPr>
          <p:sp>
            <p:nvSpPr>
              <p:cNvPr id="45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2632" y="1108"/>
                <a:ext cx="2416" cy="2104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Freeform 5"/>
              <p:cNvSpPr>
                <a:spLocks noEditPoints="1"/>
              </p:cNvSpPr>
              <p:nvPr/>
            </p:nvSpPr>
            <p:spPr bwMode="auto">
              <a:xfrm>
                <a:off x="2968" y="1272"/>
                <a:ext cx="1744" cy="1713"/>
              </a:xfrm>
              <a:custGeom>
                <a:avLst/>
                <a:gdLst>
                  <a:gd name="T0" fmla="*/ 368 w 736"/>
                  <a:gd name="T1" fmla="*/ 0 h 723"/>
                  <a:gd name="T2" fmla="*/ 0 w 736"/>
                  <a:gd name="T3" fmla="*/ 361 h 723"/>
                  <a:gd name="T4" fmla="*/ 368 w 736"/>
                  <a:gd name="T5" fmla="*/ 723 h 723"/>
                  <a:gd name="T6" fmla="*/ 736 w 736"/>
                  <a:gd name="T7" fmla="*/ 361 h 723"/>
                  <a:gd name="T8" fmla="*/ 368 w 736"/>
                  <a:gd name="T9" fmla="*/ 0 h 723"/>
                  <a:gd name="T10" fmla="*/ 368 w 736"/>
                  <a:gd name="T11" fmla="*/ 635 h 723"/>
                  <a:gd name="T12" fmla="*/ 85 w 736"/>
                  <a:gd name="T13" fmla="*/ 360 h 723"/>
                  <a:gd name="T14" fmla="*/ 368 w 736"/>
                  <a:gd name="T15" fmla="*/ 84 h 723"/>
                  <a:gd name="T16" fmla="*/ 651 w 736"/>
                  <a:gd name="T17" fmla="*/ 360 h 723"/>
                  <a:gd name="T18" fmla="*/ 368 w 736"/>
                  <a:gd name="T19" fmla="*/ 635 h 7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36" h="723">
                    <a:moveTo>
                      <a:pt x="368" y="0"/>
                    </a:moveTo>
                    <a:cubicBezTo>
                      <a:pt x="165" y="0"/>
                      <a:pt x="0" y="162"/>
                      <a:pt x="0" y="361"/>
                    </a:cubicBezTo>
                    <a:cubicBezTo>
                      <a:pt x="0" y="561"/>
                      <a:pt x="165" y="723"/>
                      <a:pt x="368" y="723"/>
                    </a:cubicBezTo>
                    <a:cubicBezTo>
                      <a:pt x="571" y="723"/>
                      <a:pt x="736" y="561"/>
                      <a:pt x="736" y="361"/>
                    </a:cubicBezTo>
                    <a:cubicBezTo>
                      <a:pt x="736" y="162"/>
                      <a:pt x="571" y="0"/>
                      <a:pt x="368" y="0"/>
                    </a:cubicBezTo>
                    <a:close/>
                    <a:moveTo>
                      <a:pt x="368" y="635"/>
                    </a:moveTo>
                    <a:cubicBezTo>
                      <a:pt x="212" y="635"/>
                      <a:pt x="85" y="512"/>
                      <a:pt x="85" y="360"/>
                    </a:cubicBezTo>
                    <a:cubicBezTo>
                      <a:pt x="85" y="208"/>
                      <a:pt x="212" y="84"/>
                      <a:pt x="368" y="84"/>
                    </a:cubicBezTo>
                    <a:cubicBezTo>
                      <a:pt x="524" y="84"/>
                      <a:pt x="651" y="208"/>
                      <a:pt x="651" y="360"/>
                    </a:cubicBezTo>
                    <a:cubicBezTo>
                      <a:pt x="651" y="512"/>
                      <a:pt x="524" y="635"/>
                      <a:pt x="368" y="63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Oval 6"/>
              <p:cNvSpPr>
                <a:spLocks noChangeArrowheads="1"/>
              </p:cNvSpPr>
              <p:nvPr/>
            </p:nvSpPr>
            <p:spPr bwMode="auto">
              <a:xfrm>
                <a:off x="3636" y="1914"/>
                <a:ext cx="412" cy="403"/>
              </a:xfrm>
              <a:prstGeom prst="ellipse">
                <a:avLst/>
              </a:prstGeom>
              <a:solidFill>
                <a:srgbClr val="4EBD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Freeform 7"/>
              <p:cNvSpPr/>
              <p:nvPr/>
            </p:nvSpPr>
            <p:spPr bwMode="auto">
              <a:xfrm>
                <a:off x="3248" y="1101"/>
                <a:ext cx="1243" cy="2109"/>
              </a:xfrm>
              <a:custGeom>
                <a:avLst/>
                <a:gdLst>
                  <a:gd name="T0" fmla="*/ 515 w 525"/>
                  <a:gd name="T1" fmla="*/ 849 h 890"/>
                  <a:gd name="T2" fmla="*/ 517 w 525"/>
                  <a:gd name="T3" fmla="*/ 885 h 890"/>
                  <a:gd name="T4" fmla="*/ 486 w 525"/>
                  <a:gd name="T5" fmla="*/ 866 h 890"/>
                  <a:gd name="T6" fmla="*/ 10 w 525"/>
                  <a:gd name="T7" fmla="*/ 40 h 890"/>
                  <a:gd name="T8" fmla="*/ 8 w 525"/>
                  <a:gd name="T9" fmla="*/ 4 h 890"/>
                  <a:gd name="T10" fmla="*/ 39 w 525"/>
                  <a:gd name="T11" fmla="*/ 23 h 890"/>
                  <a:gd name="T12" fmla="*/ 515 w 525"/>
                  <a:gd name="T13" fmla="*/ 849 h 8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5" h="890">
                    <a:moveTo>
                      <a:pt x="515" y="849"/>
                    </a:moveTo>
                    <a:cubicBezTo>
                      <a:pt x="524" y="864"/>
                      <a:pt x="525" y="881"/>
                      <a:pt x="517" y="885"/>
                    </a:cubicBezTo>
                    <a:cubicBezTo>
                      <a:pt x="509" y="890"/>
                      <a:pt x="495" y="881"/>
                      <a:pt x="486" y="866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" y="25"/>
                      <a:pt x="0" y="9"/>
                      <a:pt x="8" y="4"/>
                    </a:cubicBezTo>
                    <a:cubicBezTo>
                      <a:pt x="16" y="0"/>
                      <a:pt x="30" y="8"/>
                      <a:pt x="39" y="23"/>
                    </a:cubicBezTo>
                    <a:lnTo>
                      <a:pt x="515" y="84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Freeform 8"/>
              <p:cNvSpPr/>
              <p:nvPr/>
            </p:nvSpPr>
            <p:spPr bwMode="auto">
              <a:xfrm>
                <a:off x="2634" y="2082"/>
                <a:ext cx="2412" cy="81"/>
              </a:xfrm>
              <a:custGeom>
                <a:avLst/>
                <a:gdLst>
                  <a:gd name="T0" fmla="*/ 986 w 1018"/>
                  <a:gd name="T1" fmla="*/ 0 h 34"/>
                  <a:gd name="T2" fmla="*/ 1018 w 1018"/>
                  <a:gd name="T3" fmla="*/ 17 h 34"/>
                  <a:gd name="T4" fmla="*/ 986 w 1018"/>
                  <a:gd name="T5" fmla="*/ 34 h 34"/>
                  <a:gd name="T6" fmla="*/ 32 w 1018"/>
                  <a:gd name="T7" fmla="*/ 34 h 34"/>
                  <a:gd name="T8" fmla="*/ 0 w 1018"/>
                  <a:gd name="T9" fmla="*/ 17 h 34"/>
                  <a:gd name="T10" fmla="*/ 32 w 1018"/>
                  <a:gd name="T11" fmla="*/ 0 h 34"/>
                  <a:gd name="T12" fmla="*/ 986 w 1018"/>
                  <a:gd name="T1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8" h="34">
                    <a:moveTo>
                      <a:pt x="986" y="0"/>
                    </a:moveTo>
                    <a:cubicBezTo>
                      <a:pt x="1003" y="0"/>
                      <a:pt x="1018" y="8"/>
                      <a:pt x="1018" y="17"/>
                    </a:cubicBezTo>
                    <a:cubicBezTo>
                      <a:pt x="1018" y="26"/>
                      <a:pt x="1003" y="34"/>
                      <a:pt x="986" y="34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15" y="34"/>
                      <a:pt x="0" y="26"/>
                      <a:pt x="0" y="17"/>
                    </a:cubicBezTo>
                    <a:cubicBezTo>
                      <a:pt x="0" y="8"/>
                      <a:pt x="15" y="0"/>
                      <a:pt x="32" y="0"/>
                    </a:cubicBezTo>
                    <a:lnTo>
                      <a:pt x="9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Freeform 9"/>
              <p:cNvSpPr/>
              <p:nvPr/>
            </p:nvSpPr>
            <p:spPr bwMode="auto">
              <a:xfrm>
                <a:off x="3186" y="1108"/>
                <a:ext cx="1244" cy="2109"/>
              </a:xfrm>
              <a:custGeom>
                <a:avLst/>
                <a:gdLst>
                  <a:gd name="T0" fmla="*/ 486 w 525"/>
                  <a:gd name="T1" fmla="*/ 24 h 890"/>
                  <a:gd name="T2" fmla="*/ 517 w 525"/>
                  <a:gd name="T3" fmla="*/ 4 h 890"/>
                  <a:gd name="T4" fmla="*/ 515 w 525"/>
                  <a:gd name="T5" fmla="*/ 40 h 890"/>
                  <a:gd name="T6" fmla="*/ 38 w 525"/>
                  <a:gd name="T7" fmla="*/ 866 h 890"/>
                  <a:gd name="T8" fmla="*/ 8 w 525"/>
                  <a:gd name="T9" fmla="*/ 885 h 890"/>
                  <a:gd name="T10" fmla="*/ 9 w 525"/>
                  <a:gd name="T11" fmla="*/ 849 h 890"/>
                  <a:gd name="T12" fmla="*/ 486 w 525"/>
                  <a:gd name="T13" fmla="*/ 24 h 8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5" h="890">
                    <a:moveTo>
                      <a:pt x="486" y="24"/>
                    </a:moveTo>
                    <a:cubicBezTo>
                      <a:pt x="495" y="8"/>
                      <a:pt x="508" y="0"/>
                      <a:pt x="517" y="4"/>
                    </a:cubicBezTo>
                    <a:cubicBezTo>
                      <a:pt x="525" y="9"/>
                      <a:pt x="524" y="25"/>
                      <a:pt x="515" y="40"/>
                    </a:cubicBezTo>
                    <a:cubicBezTo>
                      <a:pt x="38" y="866"/>
                      <a:pt x="38" y="866"/>
                      <a:pt x="38" y="866"/>
                    </a:cubicBezTo>
                    <a:cubicBezTo>
                      <a:pt x="30" y="881"/>
                      <a:pt x="16" y="890"/>
                      <a:pt x="8" y="885"/>
                    </a:cubicBezTo>
                    <a:cubicBezTo>
                      <a:pt x="0" y="881"/>
                      <a:pt x="0" y="864"/>
                      <a:pt x="9" y="849"/>
                    </a:cubicBezTo>
                    <a:lnTo>
                      <a:pt x="486" y="2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Oval 10"/>
              <p:cNvSpPr>
                <a:spLocks noChangeArrowheads="1"/>
              </p:cNvSpPr>
              <p:nvPr/>
            </p:nvSpPr>
            <p:spPr bwMode="auto">
              <a:xfrm>
                <a:off x="3781" y="2054"/>
                <a:ext cx="123" cy="123"/>
              </a:xfrm>
              <a:prstGeom prst="ellipse">
                <a:avLst/>
              </a:prstGeom>
              <a:solidFill>
                <a:srgbClr val="84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6" name="文本框 85"/>
            <p:cNvSpPr txBox="1"/>
            <p:nvPr/>
          </p:nvSpPr>
          <p:spPr>
            <a:xfrm>
              <a:off x="1207586" y="811622"/>
              <a:ext cx="3425458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altLang="zh-CN" sz="14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CONECXION</a:t>
              </a:r>
              <a:endParaRPr lang="es-MX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7" name="Freeform 15"/>
            <p:cNvSpPr/>
            <p:nvPr/>
          </p:nvSpPr>
          <p:spPr bwMode="auto">
            <a:xfrm>
              <a:off x="1216134" y="815050"/>
              <a:ext cx="3408362" cy="22225"/>
            </a:xfrm>
            <a:custGeom>
              <a:avLst/>
              <a:gdLst>
                <a:gd name="T0" fmla="*/ 0 w 906"/>
                <a:gd name="T1" fmla="*/ 3 h 6"/>
                <a:gd name="T2" fmla="*/ 39 w 906"/>
                <a:gd name="T3" fmla="*/ 2 h 6"/>
                <a:gd name="T4" fmla="*/ 142 w 906"/>
                <a:gd name="T5" fmla="*/ 1 h 6"/>
                <a:gd name="T6" fmla="*/ 287 w 906"/>
                <a:gd name="T7" fmla="*/ 0 h 6"/>
                <a:gd name="T8" fmla="*/ 453 w 906"/>
                <a:gd name="T9" fmla="*/ 0 h 6"/>
                <a:gd name="T10" fmla="*/ 619 w 906"/>
                <a:gd name="T11" fmla="*/ 0 h 6"/>
                <a:gd name="T12" fmla="*/ 764 w 906"/>
                <a:gd name="T13" fmla="*/ 1 h 6"/>
                <a:gd name="T14" fmla="*/ 867 w 906"/>
                <a:gd name="T15" fmla="*/ 2 h 6"/>
                <a:gd name="T16" fmla="*/ 906 w 906"/>
                <a:gd name="T17" fmla="*/ 3 h 6"/>
                <a:gd name="T18" fmla="*/ 867 w 906"/>
                <a:gd name="T19" fmla="*/ 4 h 6"/>
                <a:gd name="T20" fmla="*/ 764 w 906"/>
                <a:gd name="T21" fmla="*/ 5 h 6"/>
                <a:gd name="T22" fmla="*/ 619 w 906"/>
                <a:gd name="T23" fmla="*/ 6 h 6"/>
                <a:gd name="T24" fmla="*/ 453 w 906"/>
                <a:gd name="T25" fmla="*/ 6 h 6"/>
                <a:gd name="T26" fmla="*/ 287 w 906"/>
                <a:gd name="T27" fmla="*/ 6 h 6"/>
                <a:gd name="T28" fmla="*/ 142 w 906"/>
                <a:gd name="T29" fmla="*/ 5 h 6"/>
                <a:gd name="T30" fmla="*/ 39 w 906"/>
                <a:gd name="T31" fmla="*/ 4 h 6"/>
                <a:gd name="T32" fmla="*/ 0 w 906"/>
                <a:gd name="T3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6" h="6">
                  <a:moveTo>
                    <a:pt x="0" y="3"/>
                  </a:moveTo>
                  <a:cubicBezTo>
                    <a:pt x="0" y="3"/>
                    <a:pt x="15" y="3"/>
                    <a:pt x="39" y="2"/>
                  </a:cubicBezTo>
                  <a:cubicBezTo>
                    <a:pt x="64" y="2"/>
                    <a:pt x="100" y="2"/>
                    <a:pt x="142" y="1"/>
                  </a:cubicBezTo>
                  <a:cubicBezTo>
                    <a:pt x="184" y="1"/>
                    <a:pt x="234" y="0"/>
                    <a:pt x="287" y="0"/>
                  </a:cubicBezTo>
                  <a:cubicBezTo>
                    <a:pt x="340" y="0"/>
                    <a:pt x="397" y="0"/>
                    <a:pt x="453" y="0"/>
                  </a:cubicBezTo>
                  <a:cubicBezTo>
                    <a:pt x="510" y="0"/>
                    <a:pt x="566" y="0"/>
                    <a:pt x="619" y="0"/>
                  </a:cubicBezTo>
                  <a:cubicBezTo>
                    <a:pt x="672" y="0"/>
                    <a:pt x="722" y="1"/>
                    <a:pt x="764" y="1"/>
                  </a:cubicBezTo>
                  <a:cubicBezTo>
                    <a:pt x="807" y="1"/>
                    <a:pt x="842" y="2"/>
                    <a:pt x="867" y="2"/>
                  </a:cubicBezTo>
                  <a:cubicBezTo>
                    <a:pt x="892" y="3"/>
                    <a:pt x="906" y="3"/>
                    <a:pt x="906" y="3"/>
                  </a:cubicBezTo>
                  <a:cubicBezTo>
                    <a:pt x="906" y="3"/>
                    <a:pt x="892" y="3"/>
                    <a:pt x="867" y="4"/>
                  </a:cubicBezTo>
                  <a:cubicBezTo>
                    <a:pt x="842" y="4"/>
                    <a:pt x="807" y="4"/>
                    <a:pt x="764" y="5"/>
                  </a:cubicBezTo>
                  <a:cubicBezTo>
                    <a:pt x="722" y="5"/>
                    <a:pt x="672" y="6"/>
                    <a:pt x="619" y="6"/>
                  </a:cubicBezTo>
                  <a:cubicBezTo>
                    <a:pt x="566" y="6"/>
                    <a:pt x="510" y="6"/>
                    <a:pt x="453" y="6"/>
                  </a:cubicBezTo>
                  <a:cubicBezTo>
                    <a:pt x="397" y="6"/>
                    <a:pt x="340" y="6"/>
                    <a:pt x="287" y="6"/>
                  </a:cubicBezTo>
                  <a:cubicBezTo>
                    <a:pt x="234" y="6"/>
                    <a:pt x="184" y="5"/>
                    <a:pt x="142" y="5"/>
                  </a:cubicBezTo>
                  <a:cubicBezTo>
                    <a:pt x="100" y="4"/>
                    <a:pt x="64" y="4"/>
                    <a:pt x="39" y="4"/>
                  </a:cubicBezTo>
                  <a:cubicBezTo>
                    <a:pt x="15" y="3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67"/>
          <p:cNvSpPr txBox="1"/>
          <p:nvPr/>
        </p:nvSpPr>
        <p:spPr>
          <a:xfrm>
            <a:off x="18415" y="1435735"/>
            <a:ext cx="1215580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MX" altLang="zh-CN" sz="44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3.) vamos a la ubicación. C:\Users\*****\.ssh</a:t>
            </a:r>
            <a:endParaRPr lang="es-MX" altLang="zh-CN" sz="4400" dirty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50" y="2880995"/>
            <a:ext cx="10584180" cy="25901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36"/>
          <p:cNvGrpSpPr/>
          <p:nvPr/>
        </p:nvGrpSpPr>
        <p:grpSpPr>
          <a:xfrm>
            <a:off x="587588" y="307566"/>
            <a:ext cx="4095769" cy="810761"/>
            <a:chOff x="761756" y="307566"/>
            <a:chExt cx="4095769" cy="810761"/>
          </a:xfrm>
        </p:grpSpPr>
        <p:sp>
          <p:nvSpPr>
            <p:cNvPr id="45" name="文本框 84"/>
            <p:cNvSpPr txBox="1"/>
            <p:nvPr/>
          </p:nvSpPr>
          <p:spPr>
            <a:xfrm>
              <a:off x="983106" y="307566"/>
              <a:ext cx="387441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s-MX" altLang="zh-CN" sz="2800" spc="3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SSH</a:t>
              </a:r>
              <a:endParaRPr lang="es-MX" altLang="zh-CN" sz="2800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grpSp>
          <p:nvGrpSpPr>
            <p:cNvPr id="46" name="Group 4"/>
            <p:cNvGrpSpPr>
              <a:grpSpLocks noChangeAspect="1"/>
            </p:cNvGrpSpPr>
            <p:nvPr/>
          </p:nvGrpSpPr>
          <p:grpSpPr bwMode="auto">
            <a:xfrm>
              <a:off x="761756" y="396875"/>
              <a:ext cx="495754" cy="431732"/>
              <a:chOff x="2632" y="1108"/>
              <a:chExt cx="2416" cy="2104"/>
            </a:xfrm>
            <a:effectLst>
              <a:outerShdw blurRad="50800" dist="38100" dir="13500000" algn="br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grpSpPr>
          <p:sp>
            <p:nvSpPr>
              <p:cNvPr id="47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2632" y="1108"/>
                <a:ext cx="2416" cy="2104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Freeform 5"/>
              <p:cNvSpPr>
                <a:spLocks noEditPoints="1"/>
              </p:cNvSpPr>
              <p:nvPr/>
            </p:nvSpPr>
            <p:spPr bwMode="auto">
              <a:xfrm>
                <a:off x="2968" y="1272"/>
                <a:ext cx="1744" cy="1713"/>
              </a:xfrm>
              <a:custGeom>
                <a:avLst/>
                <a:gdLst>
                  <a:gd name="T0" fmla="*/ 368 w 736"/>
                  <a:gd name="T1" fmla="*/ 0 h 723"/>
                  <a:gd name="T2" fmla="*/ 0 w 736"/>
                  <a:gd name="T3" fmla="*/ 361 h 723"/>
                  <a:gd name="T4" fmla="*/ 368 w 736"/>
                  <a:gd name="T5" fmla="*/ 723 h 723"/>
                  <a:gd name="T6" fmla="*/ 736 w 736"/>
                  <a:gd name="T7" fmla="*/ 361 h 723"/>
                  <a:gd name="T8" fmla="*/ 368 w 736"/>
                  <a:gd name="T9" fmla="*/ 0 h 723"/>
                  <a:gd name="T10" fmla="*/ 368 w 736"/>
                  <a:gd name="T11" fmla="*/ 635 h 723"/>
                  <a:gd name="T12" fmla="*/ 85 w 736"/>
                  <a:gd name="T13" fmla="*/ 360 h 723"/>
                  <a:gd name="T14" fmla="*/ 368 w 736"/>
                  <a:gd name="T15" fmla="*/ 84 h 723"/>
                  <a:gd name="T16" fmla="*/ 651 w 736"/>
                  <a:gd name="T17" fmla="*/ 360 h 723"/>
                  <a:gd name="T18" fmla="*/ 368 w 736"/>
                  <a:gd name="T19" fmla="*/ 635 h 7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36" h="723">
                    <a:moveTo>
                      <a:pt x="368" y="0"/>
                    </a:moveTo>
                    <a:cubicBezTo>
                      <a:pt x="165" y="0"/>
                      <a:pt x="0" y="162"/>
                      <a:pt x="0" y="361"/>
                    </a:cubicBezTo>
                    <a:cubicBezTo>
                      <a:pt x="0" y="561"/>
                      <a:pt x="165" y="723"/>
                      <a:pt x="368" y="723"/>
                    </a:cubicBezTo>
                    <a:cubicBezTo>
                      <a:pt x="571" y="723"/>
                      <a:pt x="736" y="561"/>
                      <a:pt x="736" y="361"/>
                    </a:cubicBezTo>
                    <a:cubicBezTo>
                      <a:pt x="736" y="162"/>
                      <a:pt x="571" y="0"/>
                      <a:pt x="368" y="0"/>
                    </a:cubicBezTo>
                    <a:close/>
                    <a:moveTo>
                      <a:pt x="368" y="635"/>
                    </a:moveTo>
                    <a:cubicBezTo>
                      <a:pt x="212" y="635"/>
                      <a:pt x="85" y="512"/>
                      <a:pt x="85" y="360"/>
                    </a:cubicBezTo>
                    <a:cubicBezTo>
                      <a:pt x="85" y="208"/>
                      <a:pt x="212" y="84"/>
                      <a:pt x="368" y="84"/>
                    </a:cubicBezTo>
                    <a:cubicBezTo>
                      <a:pt x="524" y="84"/>
                      <a:pt x="651" y="208"/>
                      <a:pt x="651" y="360"/>
                    </a:cubicBezTo>
                    <a:cubicBezTo>
                      <a:pt x="651" y="512"/>
                      <a:pt x="524" y="635"/>
                      <a:pt x="368" y="63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Oval 6"/>
              <p:cNvSpPr>
                <a:spLocks noChangeArrowheads="1"/>
              </p:cNvSpPr>
              <p:nvPr/>
            </p:nvSpPr>
            <p:spPr bwMode="auto">
              <a:xfrm>
                <a:off x="3636" y="1914"/>
                <a:ext cx="412" cy="403"/>
              </a:xfrm>
              <a:prstGeom prst="ellipse">
                <a:avLst/>
              </a:prstGeom>
              <a:solidFill>
                <a:srgbClr val="4EBD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Freeform 7"/>
              <p:cNvSpPr/>
              <p:nvPr/>
            </p:nvSpPr>
            <p:spPr bwMode="auto">
              <a:xfrm>
                <a:off x="3248" y="1101"/>
                <a:ext cx="1243" cy="2109"/>
              </a:xfrm>
              <a:custGeom>
                <a:avLst/>
                <a:gdLst>
                  <a:gd name="T0" fmla="*/ 515 w 525"/>
                  <a:gd name="T1" fmla="*/ 849 h 890"/>
                  <a:gd name="T2" fmla="*/ 517 w 525"/>
                  <a:gd name="T3" fmla="*/ 885 h 890"/>
                  <a:gd name="T4" fmla="*/ 486 w 525"/>
                  <a:gd name="T5" fmla="*/ 866 h 890"/>
                  <a:gd name="T6" fmla="*/ 10 w 525"/>
                  <a:gd name="T7" fmla="*/ 40 h 890"/>
                  <a:gd name="T8" fmla="*/ 8 w 525"/>
                  <a:gd name="T9" fmla="*/ 4 h 890"/>
                  <a:gd name="T10" fmla="*/ 39 w 525"/>
                  <a:gd name="T11" fmla="*/ 23 h 890"/>
                  <a:gd name="T12" fmla="*/ 515 w 525"/>
                  <a:gd name="T13" fmla="*/ 849 h 8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5" h="890">
                    <a:moveTo>
                      <a:pt x="515" y="849"/>
                    </a:moveTo>
                    <a:cubicBezTo>
                      <a:pt x="524" y="864"/>
                      <a:pt x="525" y="881"/>
                      <a:pt x="517" y="885"/>
                    </a:cubicBezTo>
                    <a:cubicBezTo>
                      <a:pt x="509" y="890"/>
                      <a:pt x="495" y="881"/>
                      <a:pt x="486" y="866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" y="25"/>
                      <a:pt x="0" y="9"/>
                      <a:pt x="8" y="4"/>
                    </a:cubicBezTo>
                    <a:cubicBezTo>
                      <a:pt x="16" y="0"/>
                      <a:pt x="30" y="8"/>
                      <a:pt x="39" y="23"/>
                    </a:cubicBezTo>
                    <a:lnTo>
                      <a:pt x="515" y="84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Freeform 8"/>
              <p:cNvSpPr/>
              <p:nvPr/>
            </p:nvSpPr>
            <p:spPr bwMode="auto">
              <a:xfrm>
                <a:off x="2634" y="2082"/>
                <a:ext cx="2412" cy="81"/>
              </a:xfrm>
              <a:custGeom>
                <a:avLst/>
                <a:gdLst>
                  <a:gd name="T0" fmla="*/ 986 w 1018"/>
                  <a:gd name="T1" fmla="*/ 0 h 34"/>
                  <a:gd name="T2" fmla="*/ 1018 w 1018"/>
                  <a:gd name="T3" fmla="*/ 17 h 34"/>
                  <a:gd name="T4" fmla="*/ 986 w 1018"/>
                  <a:gd name="T5" fmla="*/ 34 h 34"/>
                  <a:gd name="T6" fmla="*/ 32 w 1018"/>
                  <a:gd name="T7" fmla="*/ 34 h 34"/>
                  <a:gd name="T8" fmla="*/ 0 w 1018"/>
                  <a:gd name="T9" fmla="*/ 17 h 34"/>
                  <a:gd name="T10" fmla="*/ 32 w 1018"/>
                  <a:gd name="T11" fmla="*/ 0 h 34"/>
                  <a:gd name="T12" fmla="*/ 986 w 1018"/>
                  <a:gd name="T1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8" h="34">
                    <a:moveTo>
                      <a:pt x="986" y="0"/>
                    </a:moveTo>
                    <a:cubicBezTo>
                      <a:pt x="1003" y="0"/>
                      <a:pt x="1018" y="8"/>
                      <a:pt x="1018" y="17"/>
                    </a:cubicBezTo>
                    <a:cubicBezTo>
                      <a:pt x="1018" y="26"/>
                      <a:pt x="1003" y="34"/>
                      <a:pt x="986" y="34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15" y="34"/>
                      <a:pt x="0" y="26"/>
                      <a:pt x="0" y="17"/>
                    </a:cubicBezTo>
                    <a:cubicBezTo>
                      <a:pt x="0" y="8"/>
                      <a:pt x="15" y="0"/>
                      <a:pt x="32" y="0"/>
                    </a:cubicBezTo>
                    <a:lnTo>
                      <a:pt x="9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Freeform 9"/>
              <p:cNvSpPr/>
              <p:nvPr/>
            </p:nvSpPr>
            <p:spPr bwMode="auto">
              <a:xfrm>
                <a:off x="3186" y="1108"/>
                <a:ext cx="1244" cy="2109"/>
              </a:xfrm>
              <a:custGeom>
                <a:avLst/>
                <a:gdLst>
                  <a:gd name="T0" fmla="*/ 486 w 525"/>
                  <a:gd name="T1" fmla="*/ 24 h 890"/>
                  <a:gd name="T2" fmla="*/ 517 w 525"/>
                  <a:gd name="T3" fmla="*/ 4 h 890"/>
                  <a:gd name="T4" fmla="*/ 515 w 525"/>
                  <a:gd name="T5" fmla="*/ 40 h 890"/>
                  <a:gd name="T6" fmla="*/ 38 w 525"/>
                  <a:gd name="T7" fmla="*/ 866 h 890"/>
                  <a:gd name="T8" fmla="*/ 8 w 525"/>
                  <a:gd name="T9" fmla="*/ 885 h 890"/>
                  <a:gd name="T10" fmla="*/ 9 w 525"/>
                  <a:gd name="T11" fmla="*/ 849 h 890"/>
                  <a:gd name="T12" fmla="*/ 486 w 525"/>
                  <a:gd name="T13" fmla="*/ 24 h 8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5" h="890">
                    <a:moveTo>
                      <a:pt x="486" y="24"/>
                    </a:moveTo>
                    <a:cubicBezTo>
                      <a:pt x="495" y="8"/>
                      <a:pt x="508" y="0"/>
                      <a:pt x="517" y="4"/>
                    </a:cubicBezTo>
                    <a:cubicBezTo>
                      <a:pt x="525" y="9"/>
                      <a:pt x="524" y="25"/>
                      <a:pt x="515" y="40"/>
                    </a:cubicBezTo>
                    <a:cubicBezTo>
                      <a:pt x="38" y="866"/>
                      <a:pt x="38" y="866"/>
                      <a:pt x="38" y="866"/>
                    </a:cubicBezTo>
                    <a:cubicBezTo>
                      <a:pt x="30" y="881"/>
                      <a:pt x="16" y="890"/>
                      <a:pt x="8" y="885"/>
                    </a:cubicBezTo>
                    <a:cubicBezTo>
                      <a:pt x="0" y="881"/>
                      <a:pt x="0" y="864"/>
                      <a:pt x="9" y="849"/>
                    </a:cubicBezTo>
                    <a:lnTo>
                      <a:pt x="486" y="2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Oval 10"/>
              <p:cNvSpPr>
                <a:spLocks noChangeArrowheads="1"/>
              </p:cNvSpPr>
              <p:nvPr/>
            </p:nvSpPr>
            <p:spPr bwMode="auto">
              <a:xfrm>
                <a:off x="3781" y="2054"/>
                <a:ext cx="123" cy="123"/>
              </a:xfrm>
              <a:prstGeom prst="ellipse">
                <a:avLst/>
              </a:prstGeom>
              <a:solidFill>
                <a:srgbClr val="84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4" name="文本框 85"/>
            <p:cNvSpPr txBox="1"/>
            <p:nvPr/>
          </p:nvSpPr>
          <p:spPr>
            <a:xfrm>
              <a:off x="1207586" y="811622"/>
              <a:ext cx="3425458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s-MX" altLang="zh-CN" sz="14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CONECXION</a:t>
              </a:r>
              <a:endParaRPr lang="es-MX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5" name="Freeform 15"/>
            <p:cNvSpPr/>
            <p:nvPr/>
          </p:nvSpPr>
          <p:spPr bwMode="auto">
            <a:xfrm>
              <a:off x="1216134" y="815050"/>
              <a:ext cx="3408362" cy="22225"/>
            </a:xfrm>
            <a:custGeom>
              <a:avLst/>
              <a:gdLst>
                <a:gd name="T0" fmla="*/ 0 w 906"/>
                <a:gd name="T1" fmla="*/ 3 h 6"/>
                <a:gd name="T2" fmla="*/ 39 w 906"/>
                <a:gd name="T3" fmla="*/ 2 h 6"/>
                <a:gd name="T4" fmla="*/ 142 w 906"/>
                <a:gd name="T5" fmla="*/ 1 h 6"/>
                <a:gd name="T6" fmla="*/ 287 w 906"/>
                <a:gd name="T7" fmla="*/ 0 h 6"/>
                <a:gd name="T8" fmla="*/ 453 w 906"/>
                <a:gd name="T9" fmla="*/ 0 h 6"/>
                <a:gd name="T10" fmla="*/ 619 w 906"/>
                <a:gd name="T11" fmla="*/ 0 h 6"/>
                <a:gd name="T12" fmla="*/ 764 w 906"/>
                <a:gd name="T13" fmla="*/ 1 h 6"/>
                <a:gd name="T14" fmla="*/ 867 w 906"/>
                <a:gd name="T15" fmla="*/ 2 h 6"/>
                <a:gd name="T16" fmla="*/ 906 w 906"/>
                <a:gd name="T17" fmla="*/ 3 h 6"/>
                <a:gd name="T18" fmla="*/ 867 w 906"/>
                <a:gd name="T19" fmla="*/ 4 h 6"/>
                <a:gd name="T20" fmla="*/ 764 w 906"/>
                <a:gd name="T21" fmla="*/ 5 h 6"/>
                <a:gd name="T22" fmla="*/ 619 w 906"/>
                <a:gd name="T23" fmla="*/ 6 h 6"/>
                <a:gd name="T24" fmla="*/ 453 w 906"/>
                <a:gd name="T25" fmla="*/ 6 h 6"/>
                <a:gd name="T26" fmla="*/ 287 w 906"/>
                <a:gd name="T27" fmla="*/ 6 h 6"/>
                <a:gd name="T28" fmla="*/ 142 w 906"/>
                <a:gd name="T29" fmla="*/ 5 h 6"/>
                <a:gd name="T30" fmla="*/ 39 w 906"/>
                <a:gd name="T31" fmla="*/ 4 h 6"/>
                <a:gd name="T32" fmla="*/ 0 w 906"/>
                <a:gd name="T3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6" h="6">
                  <a:moveTo>
                    <a:pt x="0" y="3"/>
                  </a:moveTo>
                  <a:cubicBezTo>
                    <a:pt x="0" y="3"/>
                    <a:pt x="15" y="3"/>
                    <a:pt x="39" y="2"/>
                  </a:cubicBezTo>
                  <a:cubicBezTo>
                    <a:pt x="64" y="2"/>
                    <a:pt x="100" y="2"/>
                    <a:pt x="142" y="1"/>
                  </a:cubicBezTo>
                  <a:cubicBezTo>
                    <a:pt x="184" y="1"/>
                    <a:pt x="234" y="0"/>
                    <a:pt x="287" y="0"/>
                  </a:cubicBezTo>
                  <a:cubicBezTo>
                    <a:pt x="340" y="0"/>
                    <a:pt x="397" y="0"/>
                    <a:pt x="453" y="0"/>
                  </a:cubicBezTo>
                  <a:cubicBezTo>
                    <a:pt x="510" y="0"/>
                    <a:pt x="566" y="0"/>
                    <a:pt x="619" y="0"/>
                  </a:cubicBezTo>
                  <a:cubicBezTo>
                    <a:pt x="672" y="0"/>
                    <a:pt x="722" y="1"/>
                    <a:pt x="764" y="1"/>
                  </a:cubicBezTo>
                  <a:cubicBezTo>
                    <a:pt x="807" y="1"/>
                    <a:pt x="842" y="2"/>
                    <a:pt x="867" y="2"/>
                  </a:cubicBezTo>
                  <a:cubicBezTo>
                    <a:pt x="892" y="3"/>
                    <a:pt x="906" y="3"/>
                    <a:pt x="906" y="3"/>
                  </a:cubicBezTo>
                  <a:cubicBezTo>
                    <a:pt x="906" y="3"/>
                    <a:pt x="892" y="3"/>
                    <a:pt x="867" y="4"/>
                  </a:cubicBezTo>
                  <a:cubicBezTo>
                    <a:pt x="842" y="4"/>
                    <a:pt x="807" y="4"/>
                    <a:pt x="764" y="5"/>
                  </a:cubicBezTo>
                  <a:cubicBezTo>
                    <a:pt x="722" y="5"/>
                    <a:pt x="672" y="6"/>
                    <a:pt x="619" y="6"/>
                  </a:cubicBezTo>
                  <a:cubicBezTo>
                    <a:pt x="566" y="6"/>
                    <a:pt x="510" y="6"/>
                    <a:pt x="453" y="6"/>
                  </a:cubicBezTo>
                  <a:cubicBezTo>
                    <a:pt x="397" y="6"/>
                    <a:pt x="340" y="6"/>
                    <a:pt x="287" y="6"/>
                  </a:cubicBezTo>
                  <a:cubicBezTo>
                    <a:pt x="234" y="6"/>
                    <a:pt x="184" y="5"/>
                    <a:pt x="142" y="5"/>
                  </a:cubicBezTo>
                  <a:cubicBezTo>
                    <a:pt x="100" y="4"/>
                    <a:pt x="64" y="4"/>
                    <a:pt x="39" y="4"/>
                  </a:cubicBezTo>
                  <a:cubicBezTo>
                    <a:pt x="15" y="3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68" name="文本框 67"/>
          <p:cNvSpPr txBox="1"/>
          <p:nvPr/>
        </p:nvSpPr>
        <p:spPr>
          <a:xfrm>
            <a:off x="3182017" y="3044967"/>
            <a:ext cx="6014861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MX" altLang="zh-CN" sz="44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5.) Lo copiamos.</a:t>
            </a:r>
            <a:endParaRPr lang="es-MX" altLang="zh-CN" sz="4400" dirty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56" name="文本框 67"/>
          <p:cNvSpPr txBox="1"/>
          <p:nvPr/>
        </p:nvSpPr>
        <p:spPr>
          <a:xfrm>
            <a:off x="3261392" y="4133357"/>
            <a:ext cx="6014861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MX" altLang="zh-CN" sz="44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6.) Ingresamos a git lab.</a:t>
            </a:r>
            <a:endParaRPr lang="es-MX" altLang="zh-CN" sz="4400" dirty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58" name="文本框 67"/>
          <p:cNvSpPr txBox="1"/>
          <p:nvPr/>
        </p:nvSpPr>
        <p:spPr>
          <a:xfrm>
            <a:off x="18415" y="1118235"/>
            <a:ext cx="1215517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MX" altLang="zh-CN" sz="44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4.) abrimos el archivo ssh que modifico windols lo abrimos con bloc de notas.</a:t>
            </a:r>
            <a:endParaRPr lang="es-MX" altLang="zh-CN" sz="4400" dirty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36"/>
          <p:cNvGrpSpPr/>
          <p:nvPr/>
        </p:nvGrpSpPr>
        <p:grpSpPr>
          <a:xfrm>
            <a:off x="587588" y="307566"/>
            <a:ext cx="4095769" cy="810761"/>
            <a:chOff x="761756" y="307566"/>
            <a:chExt cx="4095769" cy="810761"/>
          </a:xfrm>
        </p:grpSpPr>
        <p:sp>
          <p:nvSpPr>
            <p:cNvPr id="45" name="文本框 84"/>
            <p:cNvSpPr txBox="1"/>
            <p:nvPr/>
          </p:nvSpPr>
          <p:spPr>
            <a:xfrm>
              <a:off x="983106" y="307566"/>
              <a:ext cx="387441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s-MX" altLang="zh-CN" sz="2800" spc="3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SSH</a:t>
              </a:r>
              <a:endParaRPr lang="es-MX" altLang="zh-CN" sz="2800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grpSp>
          <p:nvGrpSpPr>
            <p:cNvPr id="46" name="Group 4"/>
            <p:cNvGrpSpPr>
              <a:grpSpLocks noChangeAspect="1"/>
            </p:cNvGrpSpPr>
            <p:nvPr/>
          </p:nvGrpSpPr>
          <p:grpSpPr bwMode="auto">
            <a:xfrm>
              <a:off x="761756" y="396875"/>
              <a:ext cx="495754" cy="431732"/>
              <a:chOff x="2632" y="1108"/>
              <a:chExt cx="2416" cy="2104"/>
            </a:xfrm>
            <a:effectLst>
              <a:outerShdw blurRad="50800" dist="38100" dir="13500000" algn="br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grpSpPr>
          <p:sp>
            <p:nvSpPr>
              <p:cNvPr id="47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2632" y="1108"/>
                <a:ext cx="2416" cy="2104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Freeform 5"/>
              <p:cNvSpPr>
                <a:spLocks noEditPoints="1"/>
              </p:cNvSpPr>
              <p:nvPr/>
            </p:nvSpPr>
            <p:spPr bwMode="auto">
              <a:xfrm>
                <a:off x="2968" y="1272"/>
                <a:ext cx="1744" cy="1713"/>
              </a:xfrm>
              <a:custGeom>
                <a:avLst/>
                <a:gdLst>
                  <a:gd name="T0" fmla="*/ 368 w 736"/>
                  <a:gd name="T1" fmla="*/ 0 h 723"/>
                  <a:gd name="T2" fmla="*/ 0 w 736"/>
                  <a:gd name="T3" fmla="*/ 361 h 723"/>
                  <a:gd name="T4" fmla="*/ 368 w 736"/>
                  <a:gd name="T5" fmla="*/ 723 h 723"/>
                  <a:gd name="T6" fmla="*/ 736 w 736"/>
                  <a:gd name="T7" fmla="*/ 361 h 723"/>
                  <a:gd name="T8" fmla="*/ 368 w 736"/>
                  <a:gd name="T9" fmla="*/ 0 h 723"/>
                  <a:gd name="T10" fmla="*/ 368 w 736"/>
                  <a:gd name="T11" fmla="*/ 635 h 723"/>
                  <a:gd name="T12" fmla="*/ 85 w 736"/>
                  <a:gd name="T13" fmla="*/ 360 h 723"/>
                  <a:gd name="T14" fmla="*/ 368 w 736"/>
                  <a:gd name="T15" fmla="*/ 84 h 723"/>
                  <a:gd name="T16" fmla="*/ 651 w 736"/>
                  <a:gd name="T17" fmla="*/ 360 h 723"/>
                  <a:gd name="T18" fmla="*/ 368 w 736"/>
                  <a:gd name="T19" fmla="*/ 635 h 7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36" h="723">
                    <a:moveTo>
                      <a:pt x="368" y="0"/>
                    </a:moveTo>
                    <a:cubicBezTo>
                      <a:pt x="165" y="0"/>
                      <a:pt x="0" y="162"/>
                      <a:pt x="0" y="361"/>
                    </a:cubicBezTo>
                    <a:cubicBezTo>
                      <a:pt x="0" y="561"/>
                      <a:pt x="165" y="723"/>
                      <a:pt x="368" y="723"/>
                    </a:cubicBezTo>
                    <a:cubicBezTo>
                      <a:pt x="571" y="723"/>
                      <a:pt x="736" y="561"/>
                      <a:pt x="736" y="361"/>
                    </a:cubicBezTo>
                    <a:cubicBezTo>
                      <a:pt x="736" y="162"/>
                      <a:pt x="571" y="0"/>
                      <a:pt x="368" y="0"/>
                    </a:cubicBezTo>
                    <a:close/>
                    <a:moveTo>
                      <a:pt x="368" y="635"/>
                    </a:moveTo>
                    <a:cubicBezTo>
                      <a:pt x="212" y="635"/>
                      <a:pt x="85" y="512"/>
                      <a:pt x="85" y="360"/>
                    </a:cubicBezTo>
                    <a:cubicBezTo>
                      <a:pt x="85" y="208"/>
                      <a:pt x="212" y="84"/>
                      <a:pt x="368" y="84"/>
                    </a:cubicBezTo>
                    <a:cubicBezTo>
                      <a:pt x="524" y="84"/>
                      <a:pt x="651" y="208"/>
                      <a:pt x="651" y="360"/>
                    </a:cubicBezTo>
                    <a:cubicBezTo>
                      <a:pt x="651" y="512"/>
                      <a:pt x="524" y="635"/>
                      <a:pt x="368" y="63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Oval 6"/>
              <p:cNvSpPr>
                <a:spLocks noChangeArrowheads="1"/>
              </p:cNvSpPr>
              <p:nvPr/>
            </p:nvSpPr>
            <p:spPr bwMode="auto">
              <a:xfrm>
                <a:off x="3636" y="1914"/>
                <a:ext cx="412" cy="403"/>
              </a:xfrm>
              <a:prstGeom prst="ellipse">
                <a:avLst/>
              </a:prstGeom>
              <a:solidFill>
                <a:srgbClr val="4EBD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Freeform 7"/>
              <p:cNvSpPr/>
              <p:nvPr/>
            </p:nvSpPr>
            <p:spPr bwMode="auto">
              <a:xfrm>
                <a:off x="3248" y="1101"/>
                <a:ext cx="1243" cy="2109"/>
              </a:xfrm>
              <a:custGeom>
                <a:avLst/>
                <a:gdLst>
                  <a:gd name="T0" fmla="*/ 515 w 525"/>
                  <a:gd name="T1" fmla="*/ 849 h 890"/>
                  <a:gd name="T2" fmla="*/ 517 w 525"/>
                  <a:gd name="T3" fmla="*/ 885 h 890"/>
                  <a:gd name="T4" fmla="*/ 486 w 525"/>
                  <a:gd name="T5" fmla="*/ 866 h 890"/>
                  <a:gd name="T6" fmla="*/ 10 w 525"/>
                  <a:gd name="T7" fmla="*/ 40 h 890"/>
                  <a:gd name="T8" fmla="*/ 8 w 525"/>
                  <a:gd name="T9" fmla="*/ 4 h 890"/>
                  <a:gd name="T10" fmla="*/ 39 w 525"/>
                  <a:gd name="T11" fmla="*/ 23 h 890"/>
                  <a:gd name="T12" fmla="*/ 515 w 525"/>
                  <a:gd name="T13" fmla="*/ 849 h 8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5" h="890">
                    <a:moveTo>
                      <a:pt x="515" y="849"/>
                    </a:moveTo>
                    <a:cubicBezTo>
                      <a:pt x="524" y="864"/>
                      <a:pt x="525" y="881"/>
                      <a:pt x="517" y="885"/>
                    </a:cubicBezTo>
                    <a:cubicBezTo>
                      <a:pt x="509" y="890"/>
                      <a:pt x="495" y="881"/>
                      <a:pt x="486" y="866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" y="25"/>
                      <a:pt x="0" y="9"/>
                      <a:pt x="8" y="4"/>
                    </a:cubicBezTo>
                    <a:cubicBezTo>
                      <a:pt x="16" y="0"/>
                      <a:pt x="30" y="8"/>
                      <a:pt x="39" y="23"/>
                    </a:cubicBezTo>
                    <a:lnTo>
                      <a:pt x="515" y="84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Freeform 8"/>
              <p:cNvSpPr/>
              <p:nvPr/>
            </p:nvSpPr>
            <p:spPr bwMode="auto">
              <a:xfrm>
                <a:off x="2634" y="2082"/>
                <a:ext cx="2412" cy="81"/>
              </a:xfrm>
              <a:custGeom>
                <a:avLst/>
                <a:gdLst>
                  <a:gd name="T0" fmla="*/ 986 w 1018"/>
                  <a:gd name="T1" fmla="*/ 0 h 34"/>
                  <a:gd name="T2" fmla="*/ 1018 w 1018"/>
                  <a:gd name="T3" fmla="*/ 17 h 34"/>
                  <a:gd name="T4" fmla="*/ 986 w 1018"/>
                  <a:gd name="T5" fmla="*/ 34 h 34"/>
                  <a:gd name="T6" fmla="*/ 32 w 1018"/>
                  <a:gd name="T7" fmla="*/ 34 h 34"/>
                  <a:gd name="T8" fmla="*/ 0 w 1018"/>
                  <a:gd name="T9" fmla="*/ 17 h 34"/>
                  <a:gd name="T10" fmla="*/ 32 w 1018"/>
                  <a:gd name="T11" fmla="*/ 0 h 34"/>
                  <a:gd name="T12" fmla="*/ 986 w 1018"/>
                  <a:gd name="T1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8" h="34">
                    <a:moveTo>
                      <a:pt x="986" y="0"/>
                    </a:moveTo>
                    <a:cubicBezTo>
                      <a:pt x="1003" y="0"/>
                      <a:pt x="1018" y="8"/>
                      <a:pt x="1018" y="17"/>
                    </a:cubicBezTo>
                    <a:cubicBezTo>
                      <a:pt x="1018" y="26"/>
                      <a:pt x="1003" y="34"/>
                      <a:pt x="986" y="34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15" y="34"/>
                      <a:pt x="0" y="26"/>
                      <a:pt x="0" y="17"/>
                    </a:cubicBezTo>
                    <a:cubicBezTo>
                      <a:pt x="0" y="8"/>
                      <a:pt x="15" y="0"/>
                      <a:pt x="32" y="0"/>
                    </a:cubicBezTo>
                    <a:lnTo>
                      <a:pt x="9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Freeform 9"/>
              <p:cNvSpPr/>
              <p:nvPr/>
            </p:nvSpPr>
            <p:spPr bwMode="auto">
              <a:xfrm>
                <a:off x="3186" y="1108"/>
                <a:ext cx="1244" cy="2109"/>
              </a:xfrm>
              <a:custGeom>
                <a:avLst/>
                <a:gdLst>
                  <a:gd name="T0" fmla="*/ 486 w 525"/>
                  <a:gd name="T1" fmla="*/ 24 h 890"/>
                  <a:gd name="T2" fmla="*/ 517 w 525"/>
                  <a:gd name="T3" fmla="*/ 4 h 890"/>
                  <a:gd name="T4" fmla="*/ 515 w 525"/>
                  <a:gd name="T5" fmla="*/ 40 h 890"/>
                  <a:gd name="T6" fmla="*/ 38 w 525"/>
                  <a:gd name="T7" fmla="*/ 866 h 890"/>
                  <a:gd name="T8" fmla="*/ 8 w 525"/>
                  <a:gd name="T9" fmla="*/ 885 h 890"/>
                  <a:gd name="T10" fmla="*/ 9 w 525"/>
                  <a:gd name="T11" fmla="*/ 849 h 890"/>
                  <a:gd name="T12" fmla="*/ 486 w 525"/>
                  <a:gd name="T13" fmla="*/ 24 h 8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5" h="890">
                    <a:moveTo>
                      <a:pt x="486" y="24"/>
                    </a:moveTo>
                    <a:cubicBezTo>
                      <a:pt x="495" y="8"/>
                      <a:pt x="508" y="0"/>
                      <a:pt x="517" y="4"/>
                    </a:cubicBezTo>
                    <a:cubicBezTo>
                      <a:pt x="525" y="9"/>
                      <a:pt x="524" y="25"/>
                      <a:pt x="515" y="40"/>
                    </a:cubicBezTo>
                    <a:cubicBezTo>
                      <a:pt x="38" y="866"/>
                      <a:pt x="38" y="866"/>
                      <a:pt x="38" y="866"/>
                    </a:cubicBezTo>
                    <a:cubicBezTo>
                      <a:pt x="30" y="881"/>
                      <a:pt x="16" y="890"/>
                      <a:pt x="8" y="885"/>
                    </a:cubicBezTo>
                    <a:cubicBezTo>
                      <a:pt x="0" y="881"/>
                      <a:pt x="0" y="864"/>
                      <a:pt x="9" y="849"/>
                    </a:cubicBezTo>
                    <a:lnTo>
                      <a:pt x="486" y="2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Oval 10"/>
              <p:cNvSpPr>
                <a:spLocks noChangeArrowheads="1"/>
              </p:cNvSpPr>
              <p:nvPr/>
            </p:nvSpPr>
            <p:spPr bwMode="auto">
              <a:xfrm>
                <a:off x="3781" y="2054"/>
                <a:ext cx="123" cy="123"/>
              </a:xfrm>
              <a:prstGeom prst="ellipse">
                <a:avLst/>
              </a:prstGeom>
              <a:solidFill>
                <a:srgbClr val="84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文本框 85"/>
            <p:cNvSpPr txBox="1"/>
            <p:nvPr/>
          </p:nvSpPr>
          <p:spPr>
            <a:xfrm>
              <a:off x="1207586" y="811622"/>
              <a:ext cx="3425458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s-MX" altLang="zh-CN" sz="14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CONECXION</a:t>
              </a:r>
              <a:endParaRPr lang="es-MX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" name="Freeform 15"/>
            <p:cNvSpPr/>
            <p:nvPr/>
          </p:nvSpPr>
          <p:spPr bwMode="auto">
            <a:xfrm>
              <a:off x="1216134" y="815050"/>
              <a:ext cx="3408362" cy="22225"/>
            </a:xfrm>
            <a:custGeom>
              <a:avLst/>
              <a:gdLst>
                <a:gd name="T0" fmla="*/ 0 w 906"/>
                <a:gd name="T1" fmla="*/ 3 h 6"/>
                <a:gd name="T2" fmla="*/ 39 w 906"/>
                <a:gd name="T3" fmla="*/ 2 h 6"/>
                <a:gd name="T4" fmla="*/ 142 w 906"/>
                <a:gd name="T5" fmla="*/ 1 h 6"/>
                <a:gd name="T6" fmla="*/ 287 w 906"/>
                <a:gd name="T7" fmla="*/ 0 h 6"/>
                <a:gd name="T8" fmla="*/ 453 w 906"/>
                <a:gd name="T9" fmla="*/ 0 h 6"/>
                <a:gd name="T10" fmla="*/ 619 w 906"/>
                <a:gd name="T11" fmla="*/ 0 h 6"/>
                <a:gd name="T12" fmla="*/ 764 w 906"/>
                <a:gd name="T13" fmla="*/ 1 h 6"/>
                <a:gd name="T14" fmla="*/ 867 w 906"/>
                <a:gd name="T15" fmla="*/ 2 h 6"/>
                <a:gd name="T16" fmla="*/ 906 w 906"/>
                <a:gd name="T17" fmla="*/ 3 h 6"/>
                <a:gd name="T18" fmla="*/ 867 w 906"/>
                <a:gd name="T19" fmla="*/ 4 h 6"/>
                <a:gd name="T20" fmla="*/ 764 w 906"/>
                <a:gd name="T21" fmla="*/ 5 h 6"/>
                <a:gd name="T22" fmla="*/ 619 w 906"/>
                <a:gd name="T23" fmla="*/ 6 h 6"/>
                <a:gd name="T24" fmla="*/ 453 w 906"/>
                <a:gd name="T25" fmla="*/ 6 h 6"/>
                <a:gd name="T26" fmla="*/ 287 w 906"/>
                <a:gd name="T27" fmla="*/ 6 h 6"/>
                <a:gd name="T28" fmla="*/ 142 w 906"/>
                <a:gd name="T29" fmla="*/ 5 h 6"/>
                <a:gd name="T30" fmla="*/ 39 w 906"/>
                <a:gd name="T31" fmla="*/ 4 h 6"/>
                <a:gd name="T32" fmla="*/ 0 w 906"/>
                <a:gd name="T3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6" h="6">
                  <a:moveTo>
                    <a:pt x="0" y="3"/>
                  </a:moveTo>
                  <a:cubicBezTo>
                    <a:pt x="0" y="3"/>
                    <a:pt x="15" y="3"/>
                    <a:pt x="39" y="2"/>
                  </a:cubicBezTo>
                  <a:cubicBezTo>
                    <a:pt x="64" y="2"/>
                    <a:pt x="100" y="2"/>
                    <a:pt x="142" y="1"/>
                  </a:cubicBezTo>
                  <a:cubicBezTo>
                    <a:pt x="184" y="1"/>
                    <a:pt x="234" y="0"/>
                    <a:pt x="287" y="0"/>
                  </a:cubicBezTo>
                  <a:cubicBezTo>
                    <a:pt x="340" y="0"/>
                    <a:pt x="397" y="0"/>
                    <a:pt x="453" y="0"/>
                  </a:cubicBezTo>
                  <a:cubicBezTo>
                    <a:pt x="510" y="0"/>
                    <a:pt x="566" y="0"/>
                    <a:pt x="619" y="0"/>
                  </a:cubicBezTo>
                  <a:cubicBezTo>
                    <a:pt x="672" y="0"/>
                    <a:pt x="722" y="1"/>
                    <a:pt x="764" y="1"/>
                  </a:cubicBezTo>
                  <a:cubicBezTo>
                    <a:pt x="807" y="1"/>
                    <a:pt x="842" y="2"/>
                    <a:pt x="867" y="2"/>
                  </a:cubicBezTo>
                  <a:cubicBezTo>
                    <a:pt x="892" y="3"/>
                    <a:pt x="906" y="3"/>
                    <a:pt x="906" y="3"/>
                  </a:cubicBezTo>
                  <a:cubicBezTo>
                    <a:pt x="906" y="3"/>
                    <a:pt x="892" y="3"/>
                    <a:pt x="867" y="4"/>
                  </a:cubicBezTo>
                  <a:cubicBezTo>
                    <a:pt x="842" y="4"/>
                    <a:pt x="807" y="4"/>
                    <a:pt x="764" y="5"/>
                  </a:cubicBezTo>
                  <a:cubicBezTo>
                    <a:pt x="722" y="5"/>
                    <a:pt x="672" y="6"/>
                    <a:pt x="619" y="6"/>
                  </a:cubicBezTo>
                  <a:cubicBezTo>
                    <a:pt x="566" y="6"/>
                    <a:pt x="510" y="6"/>
                    <a:pt x="453" y="6"/>
                  </a:cubicBezTo>
                  <a:cubicBezTo>
                    <a:pt x="397" y="6"/>
                    <a:pt x="340" y="6"/>
                    <a:pt x="287" y="6"/>
                  </a:cubicBezTo>
                  <a:cubicBezTo>
                    <a:pt x="234" y="6"/>
                    <a:pt x="184" y="5"/>
                    <a:pt x="142" y="5"/>
                  </a:cubicBezTo>
                  <a:cubicBezTo>
                    <a:pt x="100" y="4"/>
                    <a:pt x="64" y="4"/>
                    <a:pt x="39" y="4"/>
                  </a:cubicBezTo>
                  <a:cubicBezTo>
                    <a:pt x="15" y="3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68" name="文本框 67"/>
          <p:cNvSpPr txBox="1"/>
          <p:nvPr/>
        </p:nvSpPr>
        <p:spPr>
          <a:xfrm>
            <a:off x="3088672" y="1118377"/>
            <a:ext cx="6014861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MX" altLang="zh-CN" sz="44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5.) Seguimops la img.</a:t>
            </a:r>
            <a:endParaRPr lang="es-MX" altLang="zh-CN" sz="4400" dirty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" y="1886585"/>
            <a:ext cx="12153265" cy="4953635"/>
          </a:xfrm>
          <a:prstGeom prst="rect">
            <a:avLst/>
          </a:prstGeom>
        </p:spPr>
      </p:pic>
      <p:sp>
        <p:nvSpPr>
          <p:cNvPr id="63" name="Right Arrow 62"/>
          <p:cNvSpPr/>
          <p:nvPr/>
        </p:nvSpPr>
        <p:spPr>
          <a:xfrm>
            <a:off x="9394190" y="3138805"/>
            <a:ext cx="616585" cy="376555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4" name="Rectangles 63"/>
          <p:cNvSpPr/>
          <p:nvPr/>
        </p:nvSpPr>
        <p:spPr>
          <a:xfrm>
            <a:off x="9394190" y="2167255"/>
            <a:ext cx="242570" cy="1198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es-MX" altLang="en-US" sz="7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s-MX" altLang="en-US" sz="7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Left Arrow 65"/>
          <p:cNvSpPr/>
          <p:nvPr/>
        </p:nvSpPr>
        <p:spPr>
          <a:xfrm>
            <a:off x="1033145" y="5020945"/>
            <a:ext cx="753745" cy="27432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7" name="Rectangles 66"/>
          <p:cNvSpPr/>
          <p:nvPr/>
        </p:nvSpPr>
        <p:spPr>
          <a:xfrm>
            <a:off x="1140460" y="3822065"/>
            <a:ext cx="64643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s-MX" altLang="en-US" sz="7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s-MX" altLang="en-US" sz="7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Right Arrow 68"/>
          <p:cNvSpPr/>
          <p:nvPr/>
        </p:nvSpPr>
        <p:spPr>
          <a:xfrm>
            <a:off x="3035935" y="3331845"/>
            <a:ext cx="2580005" cy="1472565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0" name="Rectangles 69"/>
          <p:cNvSpPr/>
          <p:nvPr/>
        </p:nvSpPr>
        <p:spPr>
          <a:xfrm>
            <a:off x="1664335" y="2316480"/>
            <a:ext cx="427355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s-MX" altLang="en-US" sz="7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pegamos</a:t>
            </a:r>
            <a:endParaRPr lang="es-MX" altLang="en-US" sz="7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Right Arrow 70"/>
          <p:cNvSpPr/>
          <p:nvPr/>
        </p:nvSpPr>
        <p:spPr>
          <a:xfrm>
            <a:off x="5307965" y="5329555"/>
            <a:ext cx="387985" cy="365125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2" name="Rectangles 71"/>
          <p:cNvSpPr/>
          <p:nvPr/>
        </p:nvSpPr>
        <p:spPr>
          <a:xfrm>
            <a:off x="4661535" y="4912995"/>
            <a:ext cx="64643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s-MX" altLang="en-US" sz="7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s-MX" altLang="en-US" sz="7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 66"/>
          <p:cNvSpPr/>
          <p:nvPr/>
        </p:nvSpPr>
        <p:spPr>
          <a:xfrm>
            <a:off x="0" y="4321673"/>
            <a:ext cx="12188825" cy="1735089"/>
          </a:xfrm>
          <a:prstGeom prst="rect">
            <a:avLst/>
          </a:prstGeom>
          <a:solidFill>
            <a:schemeClr val="bg1">
              <a:lumMod val="65000"/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3827177" y="4827412"/>
            <a:ext cx="6014861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altLang="zh-CN" sz="44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Comandos de GIT</a:t>
            </a:r>
            <a:endParaRPr lang="es-MX" altLang="zh-CN" sz="4400" dirty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cxnSp>
        <p:nvCxnSpPr>
          <p:cNvPr id="82" name="直接连接符 81"/>
          <p:cNvCxnSpPr/>
          <p:nvPr/>
        </p:nvCxnSpPr>
        <p:spPr>
          <a:xfrm>
            <a:off x="0" y="6061524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4"/>
          <p:cNvGrpSpPr>
            <a:grpSpLocks noChangeAspect="1"/>
          </p:cNvGrpSpPr>
          <p:nvPr/>
        </p:nvGrpSpPr>
        <p:grpSpPr bwMode="auto">
          <a:xfrm>
            <a:off x="1236654" y="2183924"/>
            <a:ext cx="2539491" cy="4059963"/>
            <a:chOff x="1634" y="-1476"/>
            <a:chExt cx="4730" cy="7562"/>
          </a:xfrm>
        </p:grpSpPr>
        <p:sp>
          <p:nvSpPr>
            <p:cNvPr id="23" name="AutoShape 3"/>
            <p:cNvSpPr>
              <a:spLocks noChangeAspect="1" noChangeArrowheads="1" noTextEdit="1"/>
            </p:cNvSpPr>
            <p:nvPr/>
          </p:nvSpPr>
          <p:spPr bwMode="auto">
            <a:xfrm>
              <a:off x="1721" y="-1426"/>
              <a:ext cx="4238" cy="7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5"/>
            <p:cNvSpPr/>
            <p:nvPr/>
          </p:nvSpPr>
          <p:spPr bwMode="auto">
            <a:xfrm>
              <a:off x="2071" y="-1104"/>
              <a:ext cx="4293" cy="6517"/>
            </a:xfrm>
            <a:custGeom>
              <a:avLst/>
              <a:gdLst>
                <a:gd name="T0" fmla="*/ 0 w 1814"/>
                <a:gd name="T1" fmla="*/ 0 h 2756"/>
                <a:gd name="T2" fmla="*/ 514 w 1814"/>
                <a:gd name="T3" fmla="*/ 2756 h 2756"/>
                <a:gd name="T4" fmla="*/ 1585 w 1814"/>
                <a:gd name="T5" fmla="*/ 2301 h 2756"/>
                <a:gd name="T6" fmla="*/ 1640 w 1814"/>
                <a:gd name="T7" fmla="*/ 2171 h 2756"/>
                <a:gd name="T8" fmla="*/ 0 w 1814"/>
                <a:gd name="T9" fmla="*/ 0 h 2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14" h="2756">
                  <a:moveTo>
                    <a:pt x="0" y="0"/>
                  </a:moveTo>
                  <a:cubicBezTo>
                    <a:pt x="0" y="0"/>
                    <a:pt x="774" y="1556"/>
                    <a:pt x="514" y="2756"/>
                  </a:cubicBezTo>
                  <a:cubicBezTo>
                    <a:pt x="514" y="2756"/>
                    <a:pt x="1362" y="2726"/>
                    <a:pt x="1585" y="2301"/>
                  </a:cubicBezTo>
                  <a:cubicBezTo>
                    <a:pt x="1585" y="2301"/>
                    <a:pt x="1616" y="2254"/>
                    <a:pt x="1640" y="2171"/>
                  </a:cubicBezTo>
                  <a:cubicBezTo>
                    <a:pt x="1640" y="2171"/>
                    <a:pt x="1814" y="1363"/>
                    <a:pt x="0" y="0"/>
                  </a:cubicBezTo>
                  <a:close/>
                </a:path>
              </a:pathLst>
            </a:custGeom>
            <a:solidFill>
              <a:srgbClr val="4EB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6"/>
            <p:cNvSpPr/>
            <p:nvPr/>
          </p:nvSpPr>
          <p:spPr bwMode="auto">
            <a:xfrm>
              <a:off x="1634" y="-1164"/>
              <a:ext cx="1864" cy="5761"/>
            </a:xfrm>
            <a:custGeom>
              <a:avLst/>
              <a:gdLst>
                <a:gd name="T0" fmla="*/ 72 w 788"/>
                <a:gd name="T1" fmla="*/ 0 h 2436"/>
                <a:gd name="T2" fmla="*/ 63 w 788"/>
                <a:gd name="T3" fmla="*/ 418 h 2436"/>
                <a:gd name="T4" fmla="*/ 47 w 788"/>
                <a:gd name="T5" fmla="*/ 620 h 2436"/>
                <a:gd name="T6" fmla="*/ 110 w 788"/>
                <a:gd name="T7" fmla="*/ 920 h 2436"/>
                <a:gd name="T8" fmla="*/ 117 w 788"/>
                <a:gd name="T9" fmla="*/ 1108 h 2436"/>
                <a:gd name="T10" fmla="*/ 156 w 788"/>
                <a:gd name="T11" fmla="*/ 1393 h 2436"/>
                <a:gd name="T12" fmla="*/ 188 w 788"/>
                <a:gd name="T13" fmla="*/ 1686 h 2436"/>
                <a:gd name="T14" fmla="*/ 242 w 788"/>
                <a:gd name="T15" fmla="*/ 2008 h 2436"/>
                <a:gd name="T16" fmla="*/ 297 w 788"/>
                <a:gd name="T17" fmla="*/ 2271 h 2436"/>
                <a:gd name="T18" fmla="*/ 351 w 788"/>
                <a:gd name="T19" fmla="*/ 2436 h 2436"/>
                <a:gd name="T20" fmla="*/ 757 w 788"/>
                <a:gd name="T21" fmla="*/ 2391 h 2436"/>
                <a:gd name="T22" fmla="*/ 696 w 788"/>
                <a:gd name="T23" fmla="*/ 1688 h 2436"/>
                <a:gd name="T24" fmla="*/ 72 w 788"/>
                <a:gd name="T25" fmla="*/ 0 h 2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8" h="2436">
                  <a:moveTo>
                    <a:pt x="72" y="0"/>
                  </a:moveTo>
                  <a:cubicBezTo>
                    <a:pt x="72" y="0"/>
                    <a:pt x="0" y="162"/>
                    <a:pt x="63" y="418"/>
                  </a:cubicBezTo>
                  <a:cubicBezTo>
                    <a:pt x="63" y="418"/>
                    <a:pt x="78" y="523"/>
                    <a:pt x="47" y="620"/>
                  </a:cubicBezTo>
                  <a:cubicBezTo>
                    <a:pt x="47" y="620"/>
                    <a:pt x="8" y="725"/>
                    <a:pt x="110" y="920"/>
                  </a:cubicBezTo>
                  <a:cubicBezTo>
                    <a:pt x="110" y="920"/>
                    <a:pt x="156" y="965"/>
                    <a:pt x="117" y="1108"/>
                  </a:cubicBezTo>
                  <a:cubicBezTo>
                    <a:pt x="117" y="1108"/>
                    <a:pt x="94" y="1251"/>
                    <a:pt x="156" y="1393"/>
                  </a:cubicBezTo>
                  <a:cubicBezTo>
                    <a:pt x="156" y="1393"/>
                    <a:pt x="203" y="1558"/>
                    <a:pt x="188" y="1686"/>
                  </a:cubicBezTo>
                  <a:cubicBezTo>
                    <a:pt x="188" y="1686"/>
                    <a:pt x="188" y="1873"/>
                    <a:pt x="242" y="2008"/>
                  </a:cubicBezTo>
                  <a:cubicBezTo>
                    <a:pt x="242" y="2008"/>
                    <a:pt x="312" y="2151"/>
                    <a:pt x="297" y="2271"/>
                  </a:cubicBezTo>
                  <a:cubicBezTo>
                    <a:pt x="297" y="2271"/>
                    <a:pt x="304" y="2421"/>
                    <a:pt x="351" y="2436"/>
                  </a:cubicBezTo>
                  <a:cubicBezTo>
                    <a:pt x="757" y="2391"/>
                    <a:pt x="757" y="2391"/>
                    <a:pt x="757" y="2391"/>
                  </a:cubicBezTo>
                  <a:cubicBezTo>
                    <a:pt x="757" y="2391"/>
                    <a:pt x="788" y="2046"/>
                    <a:pt x="696" y="1688"/>
                  </a:cubicBezTo>
                  <a:lnTo>
                    <a:pt x="72" y="0"/>
                  </a:lnTo>
                  <a:close/>
                </a:path>
              </a:pathLst>
            </a:custGeom>
            <a:solidFill>
              <a:srgbClr val="FDFA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7"/>
            <p:cNvSpPr/>
            <p:nvPr/>
          </p:nvSpPr>
          <p:spPr bwMode="auto">
            <a:xfrm>
              <a:off x="1726" y="-1476"/>
              <a:ext cx="1588" cy="4370"/>
            </a:xfrm>
            <a:custGeom>
              <a:avLst/>
              <a:gdLst>
                <a:gd name="T0" fmla="*/ 0 w 671"/>
                <a:gd name="T1" fmla="*/ 47 h 1848"/>
                <a:gd name="T2" fmla="*/ 671 w 671"/>
                <a:gd name="T3" fmla="*/ 1848 h 1848"/>
                <a:gd name="T4" fmla="*/ 647 w 671"/>
                <a:gd name="T5" fmla="*/ 1623 h 1848"/>
                <a:gd name="T6" fmla="*/ 32 w 671"/>
                <a:gd name="T7" fmla="*/ 32 h 1848"/>
                <a:gd name="T8" fmla="*/ 0 w 671"/>
                <a:gd name="T9" fmla="*/ 47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1" h="1848">
                  <a:moveTo>
                    <a:pt x="0" y="47"/>
                  </a:moveTo>
                  <a:cubicBezTo>
                    <a:pt x="671" y="1848"/>
                    <a:pt x="671" y="1848"/>
                    <a:pt x="671" y="1848"/>
                  </a:cubicBezTo>
                  <a:cubicBezTo>
                    <a:pt x="671" y="1848"/>
                    <a:pt x="647" y="1645"/>
                    <a:pt x="647" y="1623"/>
                  </a:cubicBezTo>
                  <a:cubicBezTo>
                    <a:pt x="647" y="1600"/>
                    <a:pt x="32" y="32"/>
                    <a:pt x="32" y="32"/>
                  </a:cubicBezTo>
                  <a:cubicBezTo>
                    <a:pt x="32" y="32"/>
                    <a:pt x="8" y="0"/>
                    <a:pt x="0" y="47"/>
                  </a:cubicBezTo>
                  <a:close/>
                </a:path>
              </a:pathLst>
            </a:custGeom>
            <a:solidFill>
              <a:srgbClr val="4EB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8"/>
            <p:cNvSpPr/>
            <p:nvPr/>
          </p:nvSpPr>
          <p:spPr bwMode="auto">
            <a:xfrm>
              <a:off x="1785" y="-1414"/>
              <a:ext cx="305" cy="333"/>
            </a:xfrm>
            <a:custGeom>
              <a:avLst/>
              <a:gdLst>
                <a:gd name="T0" fmla="*/ 126 w 129"/>
                <a:gd name="T1" fmla="*/ 133 h 141"/>
                <a:gd name="T2" fmla="*/ 10 w 129"/>
                <a:gd name="T3" fmla="*/ 3 h 141"/>
                <a:gd name="T4" fmla="*/ 4 w 129"/>
                <a:gd name="T5" fmla="*/ 8 h 141"/>
                <a:gd name="T6" fmla="*/ 120 w 129"/>
                <a:gd name="T7" fmla="*/ 137 h 141"/>
                <a:gd name="T8" fmla="*/ 126 w 129"/>
                <a:gd name="T9" fmla="*/ 133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41">
                  <a:moveTo>
                    <a:pt x="126" y="133"/>
                  </a:moveTo>
                  <a:cubicBezTo>
                    <a:pt x="87" y="89"/>
                    <a:pt x="48" y="46"/>
                    <a:pt x="10" y="3"/>
                  </a:cubicBezTo>
                  <a:cubicBezTo>
                    <a:pt x="6" y="0"/>
                    <a:pt x="0" y="5"/>
                    <a:pt x="4" y="8"/>
                  </a:cubicBezTo>
                  <a:cubicBezTo>
                    <a:pt x="42" y="51"/>
                    <a:pt x="81" y="94"/>
                    <a:pt x="120" y="137"/>
                  </a:cubicBezTo>
                  <a:cubicBezTo>
                    <a:pt x="123" y="141"/>
                    <a:pt x="129" y="136"/>
                    <a:pt x="126" y="133"/>
                  </a:cubicBezTo>
                  <a:close/>
                </a:path>
              </a:pathLst>
            </a:custGeom>
            <a:solidFill>
              <a:srgbClr val="4EB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9"/>
            <p:cNvSpPr/>
            <p:nvPr/>
          </p:nvSpPr>
          <p:spPr bwMode="auto">
            <a:xfrm>
              <a:off x="1910" y="1291"/>
              <a:ext cx="850" cy="307"/>
            </a:xfrm>
            <a:custGeom>
              <a:avLst/>
              <a:gdLst>
                <a:gd name="T0" fmla="*/ 17 w 359"/>
                <a:gd name="T1" fmla="*/ 0 h 130"/>
                <a:gd name="T2" fmla="*/ 359 w 359"/>
                <a:gd name="T3" fmla="*/ 92 h 130"/>
                <a:gd name="T4" fmla="*/ 0 w 359"/>
                <a:gd name="T5" fmla="*/ 70 h 130"/>
                <a:gd name="T6" fmla="*/ 17 w 359"/>
                <a:gd name="T7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9" h="130">
                  <a:moveTo>
                    <a:pt x="17" y="0"/>
                  </a:moveTo>
                  <a:cubicBezTo>
                    <a:pt x="17" y="0"/>
                    <a:pt x="125" y="92"/>
                    <a:pt x="359" y="92"/>
                  </a:cubicBezTo>
                  <a:cubicBezTo>
                    <a:pt x="359" y="92"/>
                    <a:pt x="289" y="130"/>
                    <a:pt x="0" y="70"/>
                  </a:cubicBezTo>
                  <a:cubicBezTo>
                    <a:pt x="0" y="70"/>
                    <a:pt x="8" y="19"/>
                    <a:pt x="17" y="0"/>
                  </a:cubicBezTo>
                  <a:close/>
                </a:path>
              </a:pathLst>
            </a:custGeom>
            <a:solidFill>
              <a:srgbClr val="4EB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10"/>
            <p:cNvSpPr/>
            <p:nvPr/>
          </p:nvSpPr>
          <p:spPr bwMode="auto">
            <a:xfrm>
              <a:off x="2059" y="2362"/>
              <a:ext cx="1143" cy="355"/>
            </a:xfrm>
            <a:custGeom>
              <a:avLst/>
              <a:gdLst>
                <a:gd name="T0" fmla="*/ 483 w 483"/>
                <a:gd name="T1" fmla="*/ 105 h 150"/>
                <a:gd name="T2" fmla="*/ 9 w 483"/>
                <a:gd name="T3" fmla="*/ 67 h 150"/>
                <a:gd name="T4" fmla="*/ 0 w 483"/>
                <a:gd name="T5" fmla="*/ 0 h 150"/>
                <a:gd name="T6" fmla="*/ 483 w 483"/>
                <a:gd name="T7" fmla="*/ 10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3" h="150">
                  <a:moveTo>
                    <a:pt x="483" y="105"/>
                  </a:moveTo>
                  <a:cubicBezTo>
                    <a:pt x="483" y="105"/>
                    <a:pt x="172" y="150"/>
                    <a:pt x="9" y="6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7" y="88"/>
                    <a:pt x="483" y="105"/>
                  </a:cubicBezTo>
                  <a:close/>
                </a:path>
              </a:pathLst>
            </a:custGeom>
            <a:solidFill>
              <a:srgbClr val="4EB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11"/>
            <p:cNvSpPr/>
            <p:nvPr/>
          </p:nvSpPr>
          <p:spPr bwMode="auto">
            <a:xfrm>
              <a:off x="2104" y="3192"/>
              <a:ext cx="1283" cy="617"/>
            </a:xfrm>
            <a:custGeom>
              <a:avLst/>
              <a:gdLst>
                <a:gd name="T0" fmla="*/ 0 w 542"/>
                <a:gd name="T1" fmla="*/ 0 h 261"/>
                <a:gd name="T2" fmla="*/ 542 w 542"/>
                <a:gd name="T3" fmla="*/ 196 h 261"/>
                <a:gd name="T4" fmla="*/ 21 w 542"/>
                <a:gd name="T5" fmla="*/ 88 h 261"/>
                <a:gd name="T6" fmla="*/ 0 w 542"/>
                <a:gd name="T7" fmla="*/ 0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2" h="261">
                  <a:moveTo>
                    <a:pt x="0" y="0"/>
                  </a:moveTo>
                  <a:cubicBezTo>
                    <a:pt x="0" y="0"/>
                    <a:pt x="246" y="256"/>
                    <a:pt x="542" y="196"/>
                  </a:cubicBezTo>
                  <a:cubicBezTo>
                    <a:pt x="542" y="196"/>
                    <a:pt x="286" y="261"/>
                    <a:pt x="21" y="8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EB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12"/>
            <p:cNvSpPr/>
            <p:nvPr/>
          </p:nvSpPr>
          <p:spPr bwMode="auto">
            <a:xfrm>
              <a:off x="1764" y="73"/>
              <a:ext cx="534" cy="213"/>
            </a:xfrm>
            <a:custGeom>
              <a:avLst/>
              <a:gdLst>
                <a:gd name="T0" fmla="*/ 8 w 226"/>
                <a:gd name="T1" fmla="*/ 0 h 90"/>
                <a:gd name="T2" fmla="*/ 226 w 226"/>
                <a:gd name="T3" fmla="*/ 45 h 90"/>
                <a:gd name="T4" fmla="*/ 0 w 226"/>
                <a:gd name="T5" fmla="*/ 37 h 90"/>
                <a:gd name="T6" fmla="*/ 8 w 226"/>
                <a:gd name="T7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6" h="90">
                  <a:moveTo>
                    <a:pt x="8" y="0"/>
                  </a:moveTo>
                  <a:cubicBezTo>
                    <a:pt x="8" y="0"/>
                    <a:pt x="148" y="52"/>
                    <a:pt x="226" y="45"/>
                  </a:cubicBezTo>
                  <a:cubicBezTo>
                    <a:pt x="226" y="45"/>
                    <a:pt x="117" y="90"/>
                    <a:pt x="0" y="37"/>
                  </a:cubicBezTo>
                  <a:lnTo>
                    <a:pt x="8" y="0"/>
                  </a:lnTo>
                  <a:close/>
                </a:path>
              </a:pathLst>
            </a:custGeom>
            <a:solidFill>
              <a:srgbClr val="4EB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13"/>
            <p:cNvSpPr/>
            <p:nvPr/>
          </p:nvSpPr>
          <p:spPr bwMode="auto">
            <a:xfrm>
              <a:off x="2298" y="4793"/>
              <a:ext cx="3505" cy="1293"/>
            </a:xfrm>
            <a:custGeom>
              <a:avLst/>
              <a:gdLst>
                <a:gd name="T0" fmla="*/ 1481 w 1481"/>
                <a:gd name="T1" fmla="*/ 0 h 547"/>
                <a:gd name="T2" fmla="*/ 1084 w 1481"/>
                <a:gd name="T3" fmla="*/ 135 h 547"/>
                <a:gd name="T4" fmla="*/ 436 w 1481"/>
                <a:gd name="T5" fmla="*/ 242 h 547"/>
                <a:gd name="T6" fmla="*/ 436 w 1481"/>
                <a:gd name="T7" fmla="*/ 196 h 547"/>
                <a:gd name="T8" fmla="*/ 16 w 1481"/>
                <a:gd name="T9" fmla="*/ 112 h 547"/>
                <a:gd name="T10" fmla="*/ 94 w 1481"/>
                <a:gd name="T11" fmla="*/ 277 h 547"/>
                <a:gd name="T12" fmla="*/ 1388 w 1481"/>
                <a:gd name="T13" fmla="*/ 300 h 547"/>
                <a:gd name="T14" fmla="*/ 1481 w 1481"/>
                <a:gd name="T15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81" h="547">
                  <a:moveTo>
                    <a:pt x="1481" y="0"/>
                  </a:moveTo>
                  <a:cubicBezTo>
                    <a:pt x="1481" y="0"/>
                    <a:pt x="1325" y="90"/>
                    <a:pt x="1084" y="135"/>
                  </a:cubicBezTo>
                  <a:cubicBezTo>
                    <a:pt x="1084" y="135"/>
                    <a:pt x="585" y="255"/>
                    <a:pt x="436" y="242"/>
                  </a:cubicBezTo>
                  <a:cubicBezTo>
                    <a:pt x="436" y="196"/>
                    <a:pt x="436" y="196"/>
                    <a:pt x="436" y="196"/>
                  </a:cubicBezTo>
                  <a:cubicBezTo>
                    <a:pt x="436" y="196"/>
                    <a:pt x="179" y="262"/>
                    <a:pt x="16" y="112"/>
                  </a:cubicBezTo>
                  <a:cubicBezTo>
                    <a:pt x="16" y="112"/>
                    <a:pt x="0" y="142"/>
                    <a:pt x="94" y="277"/>
                  </a:cubicBezTo>
                  <a:cubicBezTo>
                    <a:pt x="94" y="277"/>
                    <a:pt x="413" y="547"/>
                    <a:pt x="1388" y="300"/>
                  </a:cubicBezTo>
                  <a:cubicBezTo>
                    <a:pt x="1388" y="300"/>
                    <a:pt x="1481" y="37"/>
                    <a:pt x="1481" y="0"/>
                  </a:cubicBezTo>
                  <a:close/>
                </a:path>
              </a:pathLst>
            </a:custGeom>
            <a:solidFill>
              <a:srgbClr val="FDFA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14"/>
            <p:cNvSpPr/>
            <p:nvPr/>
          </p:nvSpPr>
          <p:spPr bwMode="auto">
            <a:xfrm>
              <a:off x="2336" y="4791"/>
              <a:ext cx="1049" cy="636"/>
            </a:xfrm>
            <a:custGeom>
              <a:avLst/>
              <a:gdLst>
                <a:gd name="T0" fmla="*/ 0 w 443"/>
                <a:gd name="T1" fmla="*/ 113 h 269"/>
                <a:gd name="T2" fmla="*/ 184 w 443"/>
                <a:gd name="T3" fmla="*/ 0 h 269"/>
                <a:gd name="T4" fmla="*/ 443 w 443"/>
                <a:gd name="T5" fmla="*/ 16 h 269"/>
                <a:gd name="T6" fmla="*/ 419 w 443"/>
                <a:gd name="T7" fmla="*/ 196 h 269"/>
                <a:gd name="T8" fmla="*/ 0 w 443"/>
                <a:gd name="T9" fmla="*/ 113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269">
                  <a:moveTo>
                    <a:pt x="0" y="113"/>
                  </a:moveTo>
                  <a:cubicBezTo>
                    <a:pt x="0" y="113"/>
                    <a:pt x="28" y="12"/>
                    <a:pt x="184" y="0"/>
                  </a:cubicBezTo>
                  <a:cubicBezTo>
                    <a:pt x="184" y="0"/>
                    <a:pt x="295" y="1"/>
                    <a:pt x="443" y="16"/>
                  </a:cubicBezTo>
                  <a:cubicBezTo>
                    <a:pt x="419" y="196"/>
                    <a:pt x="419" y="196"/>
                    <a:pt x="419" y="196"/>
                  </a:cubicBezTo>
                  <a:cubicBezTo>
                    <a:pt x="419" y="196"/>
                    <a:pt x="159" y="269"/>
                    <a:pt x="0" y="113"/>
                  </a:cubicBez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15"/>
            <p:cNvSpPr/>
            <p:nvPr/>
          </p:nvSpPr>
          <p:spPr bwMode="auto">
            <a:xfrm>
              <a:off x="4724" y="4722"/>
              <a:ext cx="1079" cy="421"/>
            </a:xfrm>
            <a:custGeom>
              <a:avLst/>
              <a:gdLst>
                <a:gd name="T0" fmla="*/ 332 w 456"/>
                <a:gd name="T1" fmla="*/ 0 h 178"/>
                <a:gd name="T2" fmla="*/ 456 w 456"/>
                <a:gd name="T3" fmla="*/ 30 h 178"/>
                <a:gd name="T4" fmla="*/ 0 w 456"/>
                <a:gd name="T5" fmla="*/ 178 h 178"/>
                <a:gd name="T6" fmla="*/ 332 w 456"/>
                <a:gd name="T7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6" h="178">
                  <a:moveTo>
                    <a:pt x="332" y="0"/>
                  </a:moveTo>
                  <a:cubicBezTo>
                    <a:pt x="332" y="0"/>
                    <a:pt x="425" y="15"/>
                    <a:pt x="456" y="30"/>
                  </a:cubicBezTo>
                  <a:cubicBezTo>
                    <a:pt x="456" y="30"/>
                    <a:pt x="295" y="126"/>
                    <a:pt x="0" y="178"/>
                  </a:cubicBezTo>
                  <a:cubicBezTo>
                    <a:pt x="0" y="178"/>
                    <a:pt x="285" y="37"/>
                    <a:pt x="332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956050" y="4025265"/>
            <a:ext cx="29317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Part </a:t>
            </a:r>
            <a:r>
              <a:rPr lang="en-US" altLang="zh-CN" sz="3600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2</a:t>
            </a:r>
            <a:endParaRPr lang="en-US" altLang="zh-CN" sz="3600" dirty="0" smtClean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36"/>
          <p:cNvGrpSpPr/>
          <p:nvPr/>
        </p:nvGrpSpPr>
        <p:grpSpPr>
          <a:xfrm>
            <a:off x="587588" y="307566"/>
            <a:ext cx="4095769" cy="810761"/>
            <a:chOff x="761756" y="307566"/>
            <a:chExt cx="4095769" cy="810761"/>
          </a:xfrm>
        </p:grpSpPr>
        <p:sp>
          <p:nvSpPr>
            <p:cNvPr id="45" name="文本框 84"/>
            <p:cNvSpPr txBox="1"/>
            <p:nvPr/>
          </p:nvSpPr>
          <p:spPr>
            <a:xfrm>
              <a:off x="983106" y="307566"/>
              <a:ext cx="387441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s-MX" altLang="zh-CN" sz="2800" spc="3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GIT</a:t>
              </a:r>
              <a:endParaRPr lang="es-MX" altLang="zh-CN" sz="2800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grpSp>
          <p:nvGrpSpPr>
            <p:cNvPr id="46" name="Group 4"/>
            <p:cNvGrpSpPr>
              <a:grpSpLocks noChangeAspect="1"/>
            </p:cNvGrpSpPr>
            <p:nvPr/>
          </p:nvGrpSpPr>
          <p:grpSpPr bwMode="auto">
            <a:xfrm>
              <a:off x="761756" y="396875"/>
              <a:ext cx="495754" cy="431732"/>
              <a:chOff x="2632" y="1108"/>
              <a:chExt cx="2416" cy="2104"/>
            </a:xfrm>
            <a:effectLst>
              <a:outerShdw blurRad="50800" dist="38100" dir="13500000" algn="br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grpSpPr>
          <p:sp>
            <p:nvSpPr>
              <p:cNvPr id="47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2632" y="1108"/>
                <a:ext cx="2416" cy="2104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Freeform 5"/>
              <p:cNvSpPr>
                <a:spLocks noEditPoints="1"/>
              </p:cNvSpPr>
              <p:nvPr/>
            </p:nvSpPr>
            <p:spPr bwMode="auto">
              <a:xfrm>
                <a:off x="2968" y="1272"/>
                <a:ext cx="1744" cy="1713"/>
              </a:xfrm>
              <a:custGeom>
                <a:avLst/>
                <a:gdLst>
                  <a:gd name="T0" fmla="*/ 368 w 736"/>
                  <a:gd name="T1" fmla="*/ 0 h 723"/>
                  <a:gd name="T2" fmla="*/ 0 w 736"/>
                  <a:gd name="T3" fmla="*/ 361 h 723"/>
                  <a:gd name="T4" fmla="*/ 368 w 736"/>
                  <a:gd name="T5" fmla="*/ 723 h 723"/>
                  <a:gd name="T6" fmla="*/ 736 w 736"/>
                  <a:gd name="T7" fmla="*/ 361 h 723"/>
                  <a:gd name="T8" fmla="*/ 368 w 736"/>
                  <a:gd name="T9" fmla="*/ 0 h 723"/>
                  <a:gd name="T10" fmla="*/ 368 w 736"/>
                  <a:gd name="T11" fmla="*/ 635 h 723"/>
                  <a:gd name="T12" fmla="*/ 85 w 736"/>
                  <a:gd name="T13" fmla="*/ 360 h 723"/>
                  <a:gd name="T14" fmla="*/ 368 w 736"/>
                  <a:gd name="T15" fmla="*/ 84 h 723"/>
                  <a:gd name="T16" fmla="*/ 651 w 736"/>
                  <a:gd name="T17" fmla="*/ 360 h 723"/>
                  <a:gd name="T18" fmla="*/ 368 w 736"/>
                  <a:gd name="T19" fmla="*/ 635 h 7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36" h="723">
                    <a:moveTo>
                      <a:pt x="368" y="0"/>
                    </a:moveTo>
                    <a:cubicBezTo>
                      <a:pt x="165" y="0"/>
                      <a:pt x="0" y="162"/>
                      <a:pt x="0" y="361"/>
                    </a:cubicBezTo>
                    <a:cubicBezTo>
                      <a:pt x="0" y="561"/>
                      <a:pt x="165" y="723"/>
                      <a:pt x="368" y="723"/>
                    </a:cubicBezTo>
                    <a:cubicBezTo>
                      <a:pt x="571" y="723"/>
                      <a:pt x="736" y="561"/>
                      <a:pt x="736" y="361"/>
                    </a:cubicBezTo>
                    <a:cubicBezTo>
                      <a:pt x="736" y="162"/>
                      <a:pt x="571" y="0"/>
                      <a:pt x="368" y="0"/>
                    </a:cubicBezTo>
                    <a:close/>
                    <a:moveTo>
                      <a:pt x="368" y="635"/>
                    </a:moveTo>
                    <a:cubicBezTo>
                      <a:pt x="212" y="635"/>
                      <a:pt x="85" y="512"/>
                      <a:pt x="85" y="360"/>
                    </a:cubicBezTo>
                    <a:cubicBezTo>
                      <a:pt x="85" y="208"/>
                      <a:pt x="212" y="84"/>
                      <a:pt x="368" y="84"/>
                    </a:cubicBezTo>
                    <a:cubicBezTo>
                      <a:pt x="524" y="84"/>
                      <a:pt x="651" y="208"/>
                      <a:pt x="651" y="360"/>
                    </a:cubicBezTo>
                    <a:cubicBezTo>
                      <a:pt x="651" y="512"/>
                      <a:pt x="524" y="635"/>
                      <a:pt x="368" y="63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Oval 6"/>
              <p:cNvSpPr>
                <a:spLocks noChangeArrowheads="1"/>
              </p:cNvSpPr>
              <p:nvPr/>
            </p:nvSpPr>
            <p:spPr bwMode="auto">
              <a:xfrm>
                <a:off x="3636" y="1914"/>
                <a:ext cx="412" cy="403"/>
              </a:xfrm>
              <a:prstGeom prst="ellipse">
                <a:avLst/>
              </a:prstGeom>
              <a:solidFill>
                <a:srgbClr val="4EBD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Freeform 7"/>
              <p:cNvSpPr/>
              <p:nvPr/>
            </p:nvSpPr>
            <p:spPr bwMode="auto">
              <a:xfrm>
                <a:off x="3248" y="1101"/>
                <a:ext cx="1243" cy="2109"/>
              </a:xfrm>
              <a:custGeom>
                <a:avLst/>
                <a:gdLst>
                  <a:gd name="T0" fmla="*/ 515 w 525"/>
                  <a:gd name="T1" fmla="*/ 849 h 890"/>
                  <a:gd name="T2" fmla="*/ 517 w 525"/>
                  <a:gd name="T3" fmla="*/ 885 h 890"/>
                  <a:gd name="T4" fmla="*/ 486 w 525"/>
                  <a:gd name="T5" fmla="*/ 866 h 890"/>
                  <a:gd name="T6" fmla="*/ 10 w 525"/>
                  <a:gd name="T7" fmla="*/ 40 h 890"/>
                  <a:gd name="T8" fmla="*/ 8 w 525"/>
                  <a:gd name="T9" fmla="*/ 4 h 890"/>
                  <a:gd name="T10" fmla="*/ 39 w 525"/>
                  <a:gd name="T11" fmla="*/ 23 h 890"/>
                  <a:gd name="T12" fmla="*/ 515 w 525"/>
                  <a:gd name="T13" fmla="*/ 849 h 8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5" h="890">
                    <a:moveTo>
                      <a:pt x="515" y="849"/>
                    </a:moveTo>
                    <a:cubicBezTo>
                      <a:pt x="524" y="864"/>
                      <a:pt x="525" y="881"/>
                      <a:pt x="517" y="885"/>
                    </a:cubicBezTo>
                    <a:cubicBezTo>
                      <a:pt x="509" y="890"/>
                      <a:pt x="495" y="881"/>
                      <a:pt x="486" y="866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" y="25"/>
                      <a:pt x="0" y="9"/>
                      <a:pt x="8" y="4"/>
                    </a:cubicBezTo>
                    <a:cubicBezTo>
                      <a:pt x="16" y="0"/>
                      <a:pt x="30" y="8"/>
                      <a:pt x="39" y="23"/>
                    </a:cubicBezTo>
                    <a:lnTo>
                      <a:pt x="515" y="84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Freeform 8"/>
              <p:cNvSpPr/>
              <p:nvPr/>
            </p:nvSpPr>
            <p:spPr bwMode="auto">
              <a:xfrm>
                <a:off x="2634" y="2082"/>
                <a:ext cx="2412" cy="81"/>
              </a:xfrm>
              <a:custGeom>
                <a:avLst/>
                <a:gdLst>
                  <a:gd name="T0" fmla="*/ 986 w 1018"/>
                  <a:gd name="T1" fmla="*/ 0 h 34"/>
                  <a:gd name="T2" fmla="*/ 1018 w 1018"/>
                  <a:gd name="T3" fmla="*/ 17 h 34"/>
                  <a:gd name="T4" fmla="*/ 986 w 1018"/>
                  <a:gd name="T5" fmla="*/ 34 h 34"/>
                  <a:gd name="T6" fmla="*/ 32 w 1018"/>
                  <a:gd name="T7" fmla="*/ 34 h 34"/>
                  <a:gd name="T8" fmla="*/ 0 w 1018"/>
                  <a:gd name="T9" fmla="*/ 17 h 34"/>
                  <a:gd name="T10" fmla="*/ 32 w 1018"/>
                  <a:gd name="T11" fmla="*/ 0 h 34"/>
                  <a:gd name="T12" fmla="*/ 986 w 1018"/>
                  <a:gd name="T1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8" h="34">
                    <a:moveTo>
                      <a:pt x="986" y="0"/>
                    </a:moveTo>
                    <a:cubicBezTo>
                      <a:pt x="1003" y="0"/>
                      <a:pt x="1018" y="8"/>
                      <a:pt x="1018" y="17"/>
                    </a:cubicBezTo>
                    <a:cubicBezTo>
                      <a:pt x="1018" y="26"/>
                      <a:pt x="1003" y="34"/>
                      <a:pt x="986" y="34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15" y="34"/>
                      <a:pt x="0" y="26"/>
                      <a:pt x="0" y="17"/>
                    </a:cubicBezTo>
                    <a:cubicBezTo>
                      <a:pt x="0" y="8"/>
                      <a:pt x="15" y="0"/>
                      <a:pt x="32" y="0"/>
                    </a:cubicBezTo>
                    <a:lnTo>
                      <a:pt x="9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Freeform 9"/>
              <p:cNvSpPr/>
              <p:nvPr/>
            </p:nvSpPr>
            <p:spPr bwMode="auto">
              <a:xfrm>
                <a:off x="3186" y="1108"/>
                <a:ext cx="1244" cy="2109"/>
              </a:xfrm>
              <a:custGeom>
                <a:avLst/>
                <a:gdLst>
                  <a:gd name="T0" fmla="*/ 486 w 525"/>
                  <a:gd name="T1" fmla="*/ 24 h 890"/>
                  <a:gd name="T2" fmla="*/ 517 w 525"/>
                  <a:gd name="T3" fmla="*/ 4 h 890"/>
                  <a:gd name="T4" fmla="*/ 515 w 525"/>
                  <a:gd name="T5" fmla="*/ 40 h 890"/>
                  <a:gd name="T6" fmla="*/ 38 w 525"/>
                  <a:gd name="T7" fmla="*/ 866 h 890"/>
                  <a:gd name="T8" fmla="*/ 8 w 525"/>
                  <a:gd name="T9" fmla="*/ 885 h 890"/>
                  <a:gd name="T10" fmla="*/ 9 w 525"/>
                  <a:gd name="T11" fmla="*/ 849 h 890"/>
                  <a:gd name="T12" fmla="*/ 486 w 525"/>
                  <a:gd name="T13" fmla="*/ 24 h 8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5" h="890">
                    <a:moveTo>
                      <a:pt x="486" y="24"/>
                    </a:moveTo>
                    <a:cubicBezTo>
                      <a:pt x="495" y="8"/>
                      <a:pt x="508" y="0"/>
                      <a:pt x="517" y="4"/>
                    </a:cubicBezTo>
                    <a:cubicBezTo>
                      <a:pt x="525" y="9"/>
                      <a:pt x="524" y="25"/>
                      <a:pt x="515" y="40"/>
                    </a:cubicBezTo>
                    <a:cubicBezTo>
                      <a:pt x="38" y="866"/>
                      <a:pt x="38" y="866"/>
                      <a:pt x="38" y="866"/>
                    </a:cubicBezTo>
                    <a:cubicBezTo>
                      <a:pt x="30" y="881"/>
                      <a:pt x="16" y="890"/>
                      <a:pt x="8" y="885"/>
                    </a:cubicBezTo>
                    <a:cubicBezTo>
                      <a:pt x="0" y="881"/>
                      <a:pt x="0" y="864"/>
                      <a:pt x="9" y="849"/>
                    </a:cubicBezTo>
                    <a:lnTo>
                      <a:pt x="486" y="2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Oval 10"/>
              <p:cNvSpPr>
                <a:spLocks noChangeArrowheads="1"/>
              </p:cNvSpPr>
              <p:nvPr/>
            </p:nvSpPr>
            <p:spPr bwMode="auto">
              <a:xfrm>
                <a:off x="3781" y="2054"/>
                <a:ext cx="123" cy="123"/>
              </a:xfrm>
              <a:prstGeom prst="ellipse">
                <a:avLst/>
              </a:prstGeom>
              <a:solidFill>
                <a:srgbClr val="84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4" name="文本框 85"/>
            <p:cNvSpPr txBox="1"/>
            <p:nvPr/>
          </p:nvSpPr>
          <p:spPr>
            <a:xfrm>
              <a:off x="1207586" y="811622"/>
              <a:ext cx="3425458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s-MX" altLang="zh-CN" sz="14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Comandos</a:t>
              </a:r>
              <a:endParaRPr lang="es-MX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5" name="Freeform 15"/>
            <p:cNvSpPr/>
            <p:nvPr/>
          </p:nvSpPr>
          <p:spPr bwMode="auto">
            <a:xfrm>
              <a:off x="1216134" y="815050"/>
              <a:ext cx="3408362" cy="22225"/>
            </a:xfrm>
            <a:custGeom>
              <a:avLst/>
              <a:gdLst>
                <a:gd name="T0" fmla="*/ 0 w 906"/>
                <a:gd name="T1" fmla="*/ 3 h 6"/>
                <a:gd name="T2" fmla="*/ 39 w 906"/>
                <a:gd name="T3" fmla="*/ 2 h 6"/>
                <a:gd name="T4" fmla="*/ 142 w 906"/>
                <a:gd name="T5" fmla="*/ 1 h 6"/>
                <a:gd name="T6" fmla="*/ 287 w 906"/>
                <a:gd name="T7" fmla="*/ 0 h 6"/>
                <a:gd name="T8" fmla="*/ 453 w 906"/>
                <a:gd name="T9" fmla="*/ 0 h 6"/>
                <a:gd name="T10" fmla="*/ 619 w 906"/>
                <a:gd name="T11" fmla="*/ 0 h 6"/>
                <a:gd name="T12" fmla="*/ 764 w 906"/>
                <a:gd name="T13" fmla="*/ 1 h 6"/>
                <a:gd name="T14" fmla="*/ 867 w 906"/>
                <a:gd name="T15" fmla="*/ 2 h 6"/>
                <a:gd name="T16" fmla="*/ 906 w 906"/>
                <a:gd name="T17" fmla="*/ 3 h 6"/>
                <a:gd name="T18" fmla="*/ 867 w 906"/>
                <a:gd name="T19" fmla="*/ 4 h 6"/>
                <a:gd name="T20" fmla="*/ 764 w 906"/>
                <a:gd name="T21" fmla="*/ 5 h 6"/>
                <a:gd name="T22" fmla="*/ 619 w 906"/>
                <a:gd name="T23" fmla="*/ 6 h 6"/>
                <a:gd name="T24" fmla="*/ 453 w 906"/>
                <a:gd name="T25" fmla="*/ 6 h 6"/>
                <a:gd name="T26" fmla="*/ 287 w 906"/>
                <a:gd name="T27" fmla="*/ 6 h 6"/>
                <a:gd name="T28" fmla="*/ 142 w 906"/>
                <a:gd name="T29" fmla="*/ 5 h 6"/>
                <a:gd name="T30" fmla="*/ 39 w 906"/>
                <a:gd name="T31" fmla="*/ 4 h 6"/>
                <a:gd name="T32" fmla="*/ 0 w 906"/>
                <a:gd name="T3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6" h="6">
                  <a:moveTo>
                    <a:pt x="0" y="3"/>
                  </a:moveTo>
                  <a:cubicBezTo>
                    <a:pt x="0" y="3"/>
                    <a:pt x="15" y="3"/>
                    <a:pt x="39" y="2"/>
                  </a:cubicBezTo>
                  <a:cubicBezTo>
                    <a:pt x="64" y="2"/>
                    <a:pt x="100" y="2"/>
                    <a:pt x="142" y="1"/>
                  </a:cubicBezTo>
                  <a:cubicBezTo>
                    <a:pt x="184" y="1"/>
                    <a:pt x="234" y="0"/>
                    <a:pt x="287" y="0"/>
                  </a:cubicBezTo>
                  <a:cubicBezTo>
                    <a:pt x="340" y="0"/>
                    <a:pt x="397" y="0"/>
                    <a:pt x="453" y="0"/>
                  </a:cubicBezTo>
                  <a:cubicBezTo>
                    <a:pt x="510" y="0"/>
                    <a:pt x="566" y="0"/>
                    <a:pt x="619" y="0"/>
                  </a:cubicBezTo>
                  <a:cubicBezTo>
                    <a:pt x="672" y="0"/>
                    <a:pt x="722" y="1"/>
                    <a:pt x="764" y="1"/>
                  </a:cubicBezTo>
                  <a:cubicBezTo>
                    <a:pt x="807" y="1"/>
                    <a:pt x="842" y="2"/>
                    <a:pt x="867" y="2"/>
                  </a:cubicBezTo>
                  <a:cubicBezTo>
                    <a:pt x="892" y="3"/>
                    <a:pt x="906" y="3"/>
                    <a:pt x="906" y="3"/>
                  </a:cubicBezTo>
                  <a:cubicBezTo>
                    <a:pt x="906" y="3"/>
                    <a:pt x="892" y="3"/>
                    <a:pt x="867" y="4"/>
                  </a:cubicBezTo>
                  <a:cubicBezTo>
                    <a:pt x="842" y="4"/>
                    <a:pt x="807" y="4"/>
                    <a:pt x="764" y="5"/>
                  </a:cubicBezTo>
                  <a:cubicBezTo>
                    <a:pt x="722" y="5"/>
                    <a:pt x="672" y="6"/>
                    <a:pt x="619" y="6"/>
                  </a:cubicBezTo>
                  <a:cubicBezTo>
                    <a:pt x="566" y="6"/>
                    <a:pt x="510" y="6"/>
                    <a:pt x="453" y="6"/>
                  </a:cubicBezTo>
                  <a:cubicBezTo>
                    <a:pt x="397" y="6"/>
                    <a:pt x="340" y="6"/>
                    <a:pt x="287" y="6"/>
                  </a:cubicBezTo>
                  <a:cubicBezTo>
                    <a:pt x="234" y="6"/>
                    <a:pt x="184" y="5"/>
                    <a:pt x="142" y="5"/>
                  </a:cubicBezTo>
                  <a:cubicBezTo>
                    <a:pt x="100" y="4"/>
                    <a:pt x="64" y="4"/>
                    <a:pt x="39" y="4"/>
                  </a:cubicBezTo>
                  <a:cubicBezTo>
                    <a:pt x="15" y="3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68" name="文本框 67"/>
          <p:cNvSpPr txBox="1"/>
          <p:nvPr/>
        </p:nvSpPr>
        <p:spPr>
          <a:xfrm>
            <a:off x="18415" y="2241550"/>
            <a:ext cx="1215453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MX" altLang="zh-CN" sz="44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2.) git clone ( link ssh )</a:t>
            </a:r>
            <a:endParaRPr lang="es-MX" altLang="zh-CN" sz="4400" dirty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56" name="文本框 67"/>
          <p:cNvSpPr txBox="1"/>
          <p:nvPr/>
        </p:nvSpPr>
        <p:spPr>
          <a:xfrm>
            <a:off x="20320" y="3242945"/>
            <a:ext cx="1215326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MX" altLang="zh-CN" sz="44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3.) git commit –m “# solcitud y mensaje”</a:t>
            </a:r>
            <a:endParaRPr lang="es-MX" altLang="zh-CN" sz="4400" dirty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58" name="文本框 67"/>
          <p:cNvSpPr txBox="1"/>
          <p:nvPr/>
        </p:nvSpPr>
        <p:spPr>
          <a:xfrm>
            <a:off x="18415" y="1118235"/>
            <a:ext cx="1215517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MX" altLang="zh-CN" sz="44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1.) git add ( .| archivos ) </a:t>
            </a:r>
            <a:endParaRPr lang="es-MX" altLang="zh-CN" sz="4400" dirty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3" name="文本框 67"/>
          <p:cNvSpPr txBox="1"/>
          <p:nvPr/>
        </p:nvSpPr>
        <p:spPr>
          <a:xfrm>
            <a:off x="18415" y="4260215"/>
            <a:ext cx="1215326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MX" altLang="zh-CN" sz="44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4.) git status</a:t>
            </a:r>
            <a:endParaRPr lang="es-MX" altLang="zh-CN" sz="4400" dirty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4" name="文本框 67"/>
          <p:cNvSpPr txBox="1"/>
          <p:nvPr/>
        </p:nvSpPr>
        <p:spPr>
          <a:xfrm>
            <a:off x="18415" y="5028565"/>
            <a:ext cx="1215326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MX" altLang="zh-CN" sz="44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5.) Más comandos https://www.hostinger.co/tutoriales/comandos-de-git</a:t>
            </a:r>
            <a:endParaRPr lang="es-MX" altLang="zh-CN" sz="4400" dirty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MH" val="20150912205329"/>
  <p:tag name="MH_LIBRARY" val="GRAPHIC"/>
  <p:tag name="MH_ORDER" val="圆角矩形 2"/>
</p:tagLst>
</file>

<file path=ppt/tags/tag2.xml><?xml version="1.0" encoding="utf-8"?>
<p:tagLst xmlns:p="http://schemas.openxmlformats.org/presentationml/2006/main">
  <p:tag name="MH" val="20150912205329"/>
  <p:tag name="MH_LIBRARY" val="GRAPHIC"/>
  <p:tag name="MH_ORDER" val="Rounded Rectangle 31"/>
</p:tagLst>
</file>

<file path=ppt/tags/tag3.xml><?xml version="1.0" encoding="utf-8"?>
<p:tagLst xmlns:p="http://schemas.openxmlformats.org/presentationml/2006/main">
  <p:tag name="MH" val="20150912205329"/>
  <p:tag name="MH_LIBRARY" val="GRAPHIC"/>
  <p:tag name="MH_ORDER" val="Rectangle 32"/>
</p:tagLst>
</file>

<file path=ppt/tags/tag4.xml><?xml version="1.0" encoding="utf-8"?>
<p:tagLst xmlns:p="http://schemas.openxmlformats.org/presentationml/2006/main">
  <p:tag name="MH" val="20150912205329"/>
  <p:tag name="MH_LIBRARY" val="GRAPHIC"/>
  <p:tag name="MH_ORDER" val="五边形 5"/>
</p:tagLst>
</file>

<file path=ppt/tags/tag5.xml><?xml version="1.0" encoding="utf-8"?>
<p:tagLst xmlns:p="http://schemas.openxmlformats.org/presentationml/2006/main">
  <p:tag name="MH" val="20150912205329"/>
  <p:tag name="MH_LIBRARY" val="GRAPHIC"/>
  <p:tag name="MH_ORDER" val="圆角矩形 2"/>
</p:tagLst>
</file>

<file path=ppt/tags/tag6.xml><?xml version="1.0" encoding="utf-8"?>
<p:tagLst xmlns:p="http://schemas.openxmlformats.org/presentationml/2006/main">
  <p:tag name="MH" val="20150912205329"/>
  <p:tag name="MH_LIBRARY" val="GRAPHIC"/>
  <p:tag name="MH_ORDER" val="Rounded Rectangle 50"/>
</p:tagLst>
</file>

<file path=ppt/tags/tag7.xml><?xml version="1.0" encoding="utf-8"?>
<p:tagLst xmlns:p="http://schemas.openxmlformats.org/presentationml/2006/main">
  <p:tag name="MH" val="20150912205329"/>
  <p:tag name="MH_LIBRARY" val="GRAPHIC"/>
  <p:tag name="MH_ORDER" val="Rectangle 51"/>
</p:tagLst>
</file>

<file path=ppt/tags/tag8.xml><?xml version="1.0" encoding="utf-8"?>
<p:tagLst xmlns:p="http://schemas.openxmlformats.org/presentationml/2006/main">
  <p:tag name="MH" val="20150912205329"/>
  <p:tag name="MH_LIBRARY" val="GRAPHIC"/>
  <p:tag name="MH_ORDER" val="五边形 5"/>
</p:tagLst>
</file>

<file path=ppt/tags/tag9.xml><?xml version="1.0" encoding="utf-8"?>
<p:tagLst xmlns:p="http://schemas.openxmlformats.org/presentationml/2006/main">
  <p:tag name="MH" val="20150912205329"/>
  <p:tag name="MH_LIBRARY" val="GRAPHIC"/>
  <p:tag name="MH_ORDER" val="TextBox 24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</Words>
  <Application>WPS Presentation</Application>
  <PresentationFormat>宽屏</PresentationFormat>
  <Paragraphs>76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SimSun</vt:lpstr>
      <vt:lpstr>Wingdings</vt:lpstr>
      <vt:lpstr>Bodoni MT Black</vt:lpstr>
      <vt:lpstr>Batang</vt:lpstr>
      <vt:lpstr>Constantia</vt:lpstr>
      <vt:lpstr>华文新魏</vt:lpstr>
      <vt:lpstr>Microsoft YaHei</vt:lpstr>
      <vt:lpstr>Times New Roman</vt:lpstr>
      <vt:lpstr>时尚中黑简体</vt:lpstr>
      <vt:lpstr/>
      <vt:lpstr>Arial Unicode MS</vt:lpstr>
      <vt:lpstr>Calibri Light</vt:lpstr>
      <vt:lpstr>Calibri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autonavi.com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蔡木水</dc:creator>
  <cp:lastModifiedBy>wvany</cp:lastModifiedBy>
  <cp:revision>137</cp:revision>
  <dcterms:created xsi:type="dcterms:W3CDTF">2016-01-18T12:13:00Z</dcterms:created>
  <dcterms:modified xsi:type="dcterms:W3CDTF">2019-12-09T13:59:02Z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1033-11.2.0.9070</vt:lpwstr>
  </property>
</Properties>
</file>